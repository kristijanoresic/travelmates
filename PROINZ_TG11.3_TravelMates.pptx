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57" r:id="rId5"/>
    <p:sldId id="258" r:id="rId6"/>
    <p:sldId id="260" r:id="rId7"/>
    <p:sldId id="269" r:id="rId8"/>
    <p:sldId id="261" r:id="rId9"/>
    <p:sldId id="271" r:id="rId10"/>
    <p:sldId id="272" r:id="rId11"/>
    <p:sldId id="259" r:id="rId12"/>
    <p:sldId id="273" r:id="rId13"/>
    <p:sldId id="275" r:id="rId14"/>
    <p:sldId id="274" r:id="rId15"/>
    <p:sldId id="266" r:id="rId16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958D22-1394-4F89-853A-E2D20AA2CBED}" type="doc">
      <dgm:prSet loTypeId="urn:microsoft.com/office/officeart/2005/8/layout/vList2" loCatId="list" qsTypeId="urn:microsoft.com/office/officeart/2005/8/quickstyle/simple1" qsCatId="simple" csTypeId="urn:microsoft.com/office/officeart/2005/8/colors/accent6_2" csCatId="accent6"/>
      <dgm:spPr/>
      <dgm:t>
        <a:bodyPr/>
        <a:lstStyle/>
        <a:p>
          <a:endParaRPr lang="en-US"/>
        </a:p>
      </dgm:t>
    </dgm:pt>
    <dgm:pt modelId="{5A61C956-213A-445A-AB8F-1A8EDFAEEC77}">
      <dgm:prSet/>
      <dgm:spPr/>
      <dgm:t>
        <a:bodyPr/>
        <a:lstStyle/>
        <a:p>
          <a:r>
            <a:rPr lang="hr-HR"/>
            <a:t>Kristijan Orešić – voditelj, dokumentacija, backend</a:t>
          </a:r>
          <a:endParaRPr lang="en-US"/>
        </a:p>
      </dgm:t>
    </dgm:pt>
    <dgm:pt modelId="{7574C965-B7E4-41DB-A5F6-FC3D82361170}" type="parTrans" cxnId="{6B44E2F7-02F2-467A-AAD2-35CA5B50FFE8}">
      <dgm:prSet/>
      <dgm:spPr/>
      <dgm:t>
        <a:bodyPr/>
        <a:lstStyle/>
        <a:p>
          <a:endParaRPr lang="en-US"/>
        </a:p>
      </dgm:t>
    </dgm:pt>
    <dgm:pt modelId="{F649B2FA-52AB-4F95-9F8E-8BF288EEFE7F}" type="sibTrans" cxnId="{6B44E2F7-02F2-467A-AAD2-35CA5B50FFE8}">
      <dgm:prSet/>
      <dgm:spPr/>
      <dgm:t>
        <a:bodyPr/>
        <a:lstStyle/>
        <a:p>
          <a:endParaRPr lang="en-US"/>
        </a:p>
      </dgm:t>
    </dgm:pt>
    <dgm:pt modelId="{FCF3C652-A76D-4F28-A80E-0A48114E90A8}">
      <dgm:prSet/>
      <dgm:spPr/>
      <dgm:t>
        <a:bodyPr/>
        <a:lstStyle/>
        <a:p>
          <a:r>
            <a:rPr lang="hr-HR"/>
            <a:t>Nola Bonačić-Dorić – frontend, dokumentacija</a:t>
          </a:r>
          <a:endParaRPr lang="en-US"/>
        </a:p>
      </dgm:t>
    </dgm:pt>
    <dgm:pt modelId="{5E94407C-B7B8-4A52-B348-D71C99111F47}" type="parTrans" cxnId="{8E1C4308-8F25-480E-8ABC-7832B330D138}">
      <dgm:prSet/>
      <dgm:spPr/>
      <dgm:t>
        <a:bodyPr/>
        <a:lstStyle/>
        <a:p>
          <a:endParaRPr lang="en-US"/>
        </a:p>
      </dgm:t>
    </dgm:pt>
    <dgm:pt modelId="{9347F9F9-C068-400E-815C-852A2A0FA23E}" type="sibTrans" cxnId="{8E1C4308-8F25-480E-8ABC-7832B330D138}">
      <dgm:prSet/>
      <dgm:spPr/>
      <dgm:t>
        <a:bodyPr/>
        <a:lstStyle/>
        <a:p>
          <a:endParaRPr lang="en-US"/>
        </a:p>
      </dgm:t>
    </dgm:pt>
    <dgm:pt modelId="{53922145-71AA-4D04-8E3D-EFCB5A317AFC}">
      <dgm:prSet/>
      <dgm:spPr/>
      <dgm:t>
        <a:bodyPr/>
        <a:lstStyle/>
        <a:p>
          <a:r>
            <a:rPr lang="hr-HR"/>
            <a:t>Ognjen Škarić – backend, dokumentacija</a:t>
          </a:r>
          <a:endParaRPr lang="en-US"/>
        </a:p>
      </dgm:t>
    </dgm:pt>
    <dgm:pt modelId="{26C88459-04BE-46A6-A925-550D5ADDFE43}" type="parTrans" cxnId="{AEF8AA8A-036A-4494-849C-B77586B4BA6D}">
      <dgm:prSet/>
      <dgm:spPr/>
      <dgm:t>
        <a:bodyPr/>
        <a:lstStyle/>
        <a:p>
          <a:endParaRPr lang="en-US"/>
        </a:p>
      </dgm:t>
    </dgm:pt>
    <dgm:pt modelId="{DD38B8EC-764C-4593-A254-5597145E1728}" type="sibTrans" cxnId="{AEF8AA8A-036A-4494-849C-B77586B4BA6D}">
      <dgm:prSet/>
      <dgm:spPr/>
      <dgm:t>
        <a:bodyPr/>
        <a:lstStyle/>
        <a:p>
          <a:endParaRPr lang="en-US"/>
        </a:p>
      </dgm:t>
    </dgm:pt>
    <dgm:pt modelId="{CBDAA182-DA84-45C6-BD11-CDAF55DEAFA8}">
      <dgm:prSet/>
      <dgm:spPr/>
      <dgm:t>
        <a:bodyPr/>
        <a:lstStyle/>
        <a:p>
          <a:r>
            <a:rPr lang="hr-HR"/>
            <a:t>Vita Pavlović – frontend, dokumentacija</a:t>
          </a:r>
          <a:endParaRPr lang="en-US"/>
        </a:p>
      </dgm:t>
    </dgm:pt>
    <dgm:pt modelId="{B033B2D0-AB1C-4B32-9712-D3C70F065197}" type="parTrans" cxnId="{2E52D06A-591E-4B86-AAF7-2E89B831E1E2}">
      <dgm:prSet/>
      <dgm:spPr/>
      <dgm:t>
        <a:bodyPr/>
        <a:lstStyle/>
        <a:p>
          <a:endParaRPr lang="en-US"/>
        </a:p>
      </dgm:t>
    </dgm:pt>
    <dgm:pt modelId="{F6A2CEBC-8CFC-4974-91DA-640AD33DD71C}" type="sibTrans" cxnId="{2E52D06A-591E-4B86-AAF7-2E89B831E1E2}">
      <dgm:prSet/>
      <dgm:spPr/>
      <dgm:t>
        <a:bodyPr/>
        <a:lstStyle/>
        <a:p>
          <a:endParaRPr lang="en-US"/>
        </a:p>
      </dgm:t>
    </dgm:pt>
    <dgm:pt modelId="{D3DFBD6C-1BD7-49FB-A1A1-69FB9DF786FD}">
      <dgm:prSet/>
      <dgm:spPr/>
      <dgm:t>
        <a:bodyPr/>
        <a:lstStyle/>
        <a:p>
          <a:r>
            <a:rPr lang="hr-HR"/>
            <a:t>Franko Pavlić – frontend, dokumentacija</a:t>
          </a:r>
          <a:endParaRPr lang="en-US"/>
        </a:p>
      </dgm:t>
    </dgm:pt>
    <dgm:pt modelId="{73F56AB5-2151-4905-B1F4-AA6E6CD724F6}" type="parTrans" cxnId="{613711C7-FF17-404D-A1BB-C1106B997239}">
      <dgm:prSet/>
      <dgm:spPr/>
      <dgm:t>
        <a:bodyPr/>
        <a:lstStyle/>
        <a:p>
          <a:endParaRPr lang="en-US"/>
        </a:p>
      </dgm:t>
    </dgm:pt>
    <dgm:pt modelId="{C35190FF-EE9C-4420-9ABC-332AB1ECB364}" type="sibTrans" cxnId="{613711C7-FF17-404D-A1BB-C1106B997239}">
      <dgm:prSet/>
      <dgm:spPr/>
      <dgm:t>
        <a:bodyPr/>
        <a:lstStyle/>
        <a:p>
          <a:endParaRPr lang="en-US"/>
        </a:p>
      </dgm:t>
    </dgm:pt>
    <dgm:pt modelId="{EE855BC1-EEDD-4491-87CB-D5C97B708551}">
      <dgm:prSet/>
      <dgm:spPr/>
      <dgm:t>
        <a:bodyPr/>
        <a:lstStyle/>
        <a:p>
          <a:r>
            <a:rPr lang="hr-HR"/>
            <a:t>Nik Čolić – baza podataka, dokumentacija</a:t>
          </a:r>
          <a:endParaRPr lang="en-US"/>
        </a:p>
      </dgm:t>
    </dgm:pt>
    <dgm:pt modelId="{421045CD-FE5E-447B-BB78-5D4AF932DB85}" type="parTrans" cxnId="{04279B1F-85DF-44BE-B989-B69FBE4567FF}">
      <dgm:prSet/>
      <dgm:spPr/>
      <dgm:t>
        <a:bodyPr/>
        <a:lstStyle/>
        <a:p>
          <a:endParaRPr lang="en-US"/>
        </a:p>
      </dgm:t>
    </dgm:pt>
    <dgm:pt modelId="{9F9AC335-5864-4302-8D7C-8D0C2D07B31C}" type="sibTrans" cxnId="{04279B1F-85DF-44BE-B989-B69FBE4567FF}">
      <dgm:prSet/>
      <dgm:spPr/>
      <dgm:t>
        <a:bodyPr/>
        <a:lstStyle/>
        <a:p>
          <a:endParaRPr lang="en-US"/>
        </a:p>
      </dgm:t>
    </dgm:pt>
    <dgm:pt modelId="{4DD6ADF0-F2ED-4A55-9899-7ADC05AF240D}" type="pres">
      <dgm:prSet presAssocID="{4F958D22-1394-4F89-853A-E2D20AA2CBED}" presName="linear" presStyleCnt="0">
        <dgm:presLayoutVars>
          <dgm:animLvl val="lvl"/>
          <dgm:resizeHandles val="exact"/>
        </dgm:presLayoutVars>
      </dgm:prSet>
      <dgm:spPr/>
    </dgm:pt>
    <dgm:pt modelId="{61D920A4-91C5-4371-952C-9214E9637A74}" type="pres">
      <dgm:prSet presAssocID="{5A61C956-213A-445A-AB8F-1A8EDFAEEC77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D4CAEF1-B105-4DDB-8BC1-F91E23E17B0F}" type="pres">
      <dgm:prSet presAssocID="{F649B2FA-52AB-4F95-9F8E-8BF288EEFE7F}" presName="spacer" presStyleCnt="0"/>
      <dgm:spPr/>
    </dgm:pt>
    <dgm:pt modelId="{C8EAB603-8E5A-44AA-9CBC-364104E5CEA2}" type="pres">
      <dgm:prSet presAssocID="{FCF3C652-A76D-4F28-A80E-0A48114E90A8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9DCB4A48-B325-4C49-8753-34C55963CED2}" type="pres">
      <dgm:prSet presAssocID="{9347F9F9-C068-400E-815C-852A2A0FA23E}" presName="spacer" presStyleCnt="0"/>
      <dgm:spPr/>
    </dgm:pt>
    <dgm:pt modelId="{4C192E0D-9F0C-418E-BEE2-7DFD3E37256C}" type="pres">
      <dgm:prSet presAssocID="{53922145-71AA-4D04-8E3D-EFCB5A317AF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CABAD37-5B5A-403F-9A27-340F68859C74}" type="pres">
      <dgm:prSet presAssocID="{DD38B8EC-764C-4593-A254-5597145E1728}" presName="spacer" presStyleCnt="0"/>
      <dgm:spPr/>
    </dgm:pt>
    <dgm:pt modelId="{126C0C30-612A-40AF-B82C-B6F29DCFE9FC}" type="pres">
      <dgm:prSet presAssocID="{CBDAA182-DA84-45C6-BD11-CDAF55DEAFA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ECDC2E8-B5E1-4CC5-8212-954EC4BBAC8C}" type="pres">
      <dgm:prSet presAssocID="{F6A2CEBC-8CFC-4974-91DA-640AD33DD71C}" presName="spacer" presStyleCnt="0"/>
      <dgm:spPr/>
    </dgm:pt>
    <dgm:pt modelId="{CEC587CC-C890-4B5A-A02F-5C5229B10E5F}" type="pres">
      <dgm:prSet presAssocID="{D3DFBD6C-1BD7-49FB-A1A1-69FB9DF786F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F359AB3-CF06-4CB7-B88F-0141F98010F0}" type="pres">
      <dgm:prSet presAssocID="{C35190FF-EE9C-4420-9ABC-332AB1ECB364}" presName="spacer" presStyleCnt="0"/>
      <dgm:spPr/>
    </dgm:pt>
    <dgm:pt modelId="{7DED11D3-DFC5-43AA-968E-824E7E7E3E95}" type="pres">
      <dgm:prSet presAssocID="{EE855BC1-EEDD-4491-87CB-D5C97B70855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0AC5106-2CE2-4B76-AAD9-BDEB5FA6E83F}" type="presOf" srcId="{CBDAA182-DA84-45C6-BD11-CDAF55DEAFA8}" destId="{126C0C30-612A-40AF-B82C-B6F29DCFE9FC}" srcOrd="0" destOrd="0" presId="urn:microsoft.com/office/officeart/2005/8/layout/vList2"/>
    <dgm:cxn modelId="{8E1C4308-8F25-480E-8ABC-7832B330D138}" srcId="{4F958D22-1394-4F89-853A-E2D20AA2CBED}" destId="{FCF3C652-A76D-4F28-A80E-0A48114E90A8}" srcOrd="1" destOrd="0" parTransId="{5E94407C-B7B8-4A52-B348-D71C99111F47}" sibTransId="{9347F9F9-C068-400E-815C-852A2A0FA23E}"/>
    <dgm:cxn modelId="{25836F1A-18D2-48FF-B709-90D4F52722FA}" type="presOf" srcId="{EE855BC1-EEDD-4491-87CB-D5C97B708551}" destId="{7DED11D3-DFC5-43AA-968E-824E7E7E3E95}" srcOrd="0" destOrd="0" presId="urn:microsoft.com/office/officeart/2005/8/layout/vList2"/>
    <dgm:cxn modelId="{04279B1F-85DF-44BE-B989-B69FBE4567FF}" srcId="{4F958D22-1394-4F89-853A-E2D20AA2CBED}" destId="{EE855BC1-EEDD-4491-87CB-D5C97B708551}" srcOrd="5" destOrd="0" parTransId="{421045CD-FE5E-447B-BB78-5D4AF932DB85}" sibTransId="{9F9AC335-5864-4302-8D7C-8D0C2D07B31C}"/>
    <dgm:cxn modelId="{587D1824-2608-49D6-8058-B6A332E9986F}" type="presOf" srcId="{4F958D22-1394-4F89-853A-E2D20AA2CBED}" destId="{4DD6ADF0-F2ED-4A55-9899-7ADC05AF240D}" srcOrd="0" destOrd="0" presId="urn:microsoft.com/office/officeart/2005/8/layout/vList2"/>
    <dgm:cxn modelId="{2E52D06A-591E-4B86-AAF7-2E89B831E1E2}" srcId="{4F958D22-1394-4F89-853A-E2D20AA2CBED}" destId="{CBDAA182-DA84-45C6-BD11-CDAF55DEAFA8}" srcOrd="3" destOrd="0" parTransId="{B033B2D0-AB1C-4B32-9712-D3C70F065197}" sibTransId="{F6A2CEBC-8CFC-4974-91DA-640AD33DD71C}"/>
    <dgm:cxn modelId="{AEF8AA8A-036A-4494-849C-B77586B4BA6D}" srcId="{4F958D22-1394-4F89-853A-E2D20AA2CBED}" destId="{53922145-71AA-4D04-8E3D-EFCB5A317AFC}" srcOrd="2" destOrd="0" parTransId="{26C88459-04BE-46A6-A925-550D5ADDFE43}" sibTransId="{DD38B8EC-764C-4593-A254-5597145E1728}"/>
    <dgm:cxn modelId="{613711C7-FF17-404D-A1BB-C1106B997239}" srcId="{4F958D22-1394-4F89-853A-E2D20AA2CBED}" destId="{D3DFBD6C-1BD7-49FB-A1A1-69FB9DF786FD}" srcOrd="4" destOrd="0" parTransId="{73F56AB5-2151-4905-B1F4-AA6E6CD724F6}" sibTransId="{C35190FF-EE9C-4420-9ABC-332AB1ECB364}"/>
    <dgm:cxn modelId="{FFA325CB-58DA-4635-B034-A5E0DEF6B699}" type="presOf" srcId="{FCF3C652-A76D-4F28-A80E-0A48114E90A8}" destId="{C8EAB603-8E5A-44AA-9CBC-364104E5CEA2}" srcOrd="0" destOrd="0" presId="urn:microsoft.com/office/officeart/2005/8/layout/vList2"/>
    <dgm:cxn modelId="{FBFFF9D0-16F9-468C-BBB6-CCFCA918E89F}" type="presOf" srcId="{D3DFBD6C-1BD7-49FB-A1A1-69FB9DF786FD}" destId="{CEC587CC-C890-4B5A-A02F-5C5229B10E5F}" srcOrd="0" destOrd="0" presId="urn:microsoft.com/office/officeart/2005/8/layout/vList2"/>
    <dgm:cxn modelId="{1B6733E9-BB1B-4B84-8B49-2373942453AD}" type="presOf" srcId="{53922145-71AA-4D04-8E3D-EFCB5A317AFC}" destId="{4C192E0D-9F0C-418E-BEE2-7DFD3E37256C}" srcOrd="0" destOrd="0" presId="urn:microsoft.com/office/officeart/2005/8/layout/vList2"/>
    <dgm:cxn modelId="{6B44E2F7-02F2-467A-AAD2-35CA5B50FFE8}" srcId="{4F958D22-1394-4F89-853A-E2D20AA2CBED}" destId="{5A61C956-213A-445A-AB8F-1A8EDFAEEC77}" srcOrd="0" destOrd="0" parTransId="{7574C965-B7E4-41DB-A5F6-FC3D82361170}" sibTransId="{F649B2FA-52AB-4F95-9F8E-8BF288EEFE7F}"/>
    <dgm:cxn modelId="{838615FC-4C0D-4B44-BD35-E92E27067E6E}" type="presOf" srcId="{5A61C956-213A-445A-AB8F-1A8EDFAEEC77}" destId="{61D920A4-91C5-4371-952C-9214E9637A74}" srcOrd="0" destOrd="0" presId="urn:microsoft.com/office/officeart/2005/8/layout/vList2"/>
    <dgm:cxn modelId="{1511A86B-430A-456E-8C29-E002BAD2F71F}" type="presParOf" srcId="{4DD6ADF0-F2ED-4A55-9899-7ADC05AF240D}" destId="{61D920A4-91C5-4371-952C-9214E9637A74}" srcOrd="0" destOrd="0" presId="urn:microsoft.com/office/officeart/2005/8/layout/vList2"/>
    <dgm:cxn modelId="{B6AF9983-C4FE-4F9E-A2A5-813DC715065B}" type="presParOf" srcId="{4DD6ADF0-F2ED-4A55-9899-7ADC05AF240D}" destId="{2D4CAEF1-B105-4DDB-8BC1-F91E23E17B0F}" srcOrd="1" destOrd="0" presId="urn:microsoft.com/office/officeart/2005/8/layout/vList2"/>
    <dgm:cxn modelId="{B6E53AB6-67E2-4910-95E3-CD40606DC995}" type="presParOf" srcId="{4DD6ADF0-F2ED-4A55-9899-7ADC05AF240D}" destId="{C8EAB603-8E5A-44AA-9CBC-364104E5CEA2}" srcOrd="2" destOrd="0" presId="urn:microsoft.com/office/officeart/2005/8/layout/vList2"/>
    <dgm:cxn modelId="{E879F94F-B2F0-45B4-88FA-14EF71C38371}" type="presParOf" srcId="{4DD6ADF0-F2ED-4A55-9899-7ADC05AF240D}" destId="{9DCB4A48-B325-4C49-8753-34C55963CED2}" srcOrd="3" destOrd="0" presId="urn:microsoft.com/office/officeart/2005/8/layout/vList2"/>
    <dgm:cxn modelId="{FC462F19-60A0-4347-B9FD-74D18BA5074F}" type="presParOf" srcId="{4DD6ADF0-F2ED-4A55-9899-7ADC05AF240D}" destId="{4C192E0D-9F0C-418E-BEE2-7DFD3E37256C}" srcOrd="4" destOrd="0" presId="urn:microsoft.com/office/officeart/2005/8/layout/vList2"/>
    <dgm:cxn modelId="{D7E2A113-20DF-4068-A02A-84E6BEB473B9}" type="presParOf" srcId="{4DD6ADF0-F2ED-4A55-9899-7ADC05AF240D}" destId="{3CABAD37-5B5A-403F-9A27-340F68859C74}" srcOrd="5" destOrd="0" presId="urn:microsoft.com/office/officeart/2005/8/layout/vList2"/>
    <dgm:cxn modelId="{E773EF34-2BD9-4CC9-97BD-21FC9EC653C1}" type="presParOf" srcId="{4DD6ADF0-F2ED-4A55-9899-7ADC05AF240D}" destId="{126C0C30-612A-40AF-B82C-B6F29DCFE9FC}" srcOrd="6" destOrd="0" presId="urn:microsoft.com/office/officeart/2005/8/layout/vList2"/>
    <dgm:cxn modelId="{9A8550B6-0446-44C6-8BDD-0CFD2133E344}" type="presParOf" srcId="{4DD6ADF0-F2ED-4A55-9899-7ADC05AF240D}" destId="{DECDC2E8-B5E1-4CC5-8212-954EC4BBAC8C}" srcOrd="7" destOrd="0" presId="urn:microsoft.com/office/officeart/2005/8/layout/vList2"/>
    <dgm:cxn modelId="{8AF3E09A-58A7-4B86-BB07-2998FBD30A3F}" type="presParOf" srcId="{4DD6ADF0-F2ED-4A55-9899-7ADC05AF240D}" destId="{CEC587CC-C890-4B5A-A02F-5C5229B10E5F}" srcOrd="8" destOrd="0" presId="urn:microsoft.com/office/officeart/2005/8/layout/vList2"/>
    <dgm:cxn modelId="{B1F71ED3-C711-4AF4-A269-230CB3D5FC6C}" type="presParOf" srcId="{4DD6ADF0-F2ED-4A55-9899-7ADC05AF240D}" destId="{4F359AB3-CF06-4CB7-B88F-0141F98010F0}" srcOrd="9" destOrd="0" presId="urn:microsoft.com/office/officeart/2005/8/layout/vList2"/>
    <dgm:cxn modelId="{9B58DE91-38DB-4910-860F-B21E547C6E33}" type="presParOf" srcId="{4DD6ADF0-F2ED-4A55-9899-7ADC05AF240D}" destId="{7DED11D3-DFC5-43AA-968E-824E7E7E3E9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67CD35-DF21-4085-8279-2A5E7AB15645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A9C5EC15-913B-430C-94A3-05D37E8C3F23}">
      <dgm:prSet/>
      <dgm:spPr/>
      <dgm:t>
        <a:bodyPr/>
        <a:lstStyle/>
        <a:p>
          <a:r>
            <a:rPr lang="hr-HR"/>
            <a:t>Web aplikacija namijenja turistima i lokalnim posjetiteljima</a:t>
          </a:r>
          <a:endParaRPr lang="en-US"/>
        </a:p>
      </dgm:t>
    </dgm:pt>
    <dgm:pt modelId="{0AF6546D-4664-46EC-BB09-589805D79462}" type="parTrans" cxnId="{EA93A313-FF0A-48A2-A6B0-F9A803F91227}">
      <dgm:prSet/>
      <dgm:spPr/>
      <dgm:t>
        <a:bodyPr/>
        <a:lstStyle/>
        <a:p>
          <a:endParaRPr lang="en-US"/>
        </a:p>
      </dgm:t>
    </dgm:pt>
    <dgm:pt modelId="{9716CB04-4DA4-4C01-87A0-60252DA1F878}" type="sibTrans" cxnId="{EA93A313-FF0A-48A2-A6B0-F9A803F91227}">
      <dgm:prSet/>
      <dgm:spPr/>
      <dgm:t>
        <a:bodyPr/>
        <a:lstStyle/>
        <a:p>
          <a:endParaRPr lang="en-US"/>
        </a:p>
      </dgm:t>
    </dgm:pt>
    <dgm:pt modelId="{F107F030-D4F4-4056-B2C6-D55CC35B0678}">
      <dgm:prSet/>
      <dgm:spPr/>
      <dgm:t>
        <a:bodyPr/>
        <a:lstStyle/>
        <a:p>
          <a:r>
            <a:rPr lang="hr-HR"/>
            <a:t>Jednostavno otkrivanje i istraživanje znamenitosti</a:t>
          </a:r>
          <a:endParaRPr lang="en-US"/>
        </a:p>
      </dgm:t>
    </dgm:pt>
    <dgm:pt modelId="{032E1375-CB84-470C-B9CF-A2DD74A25F94}" type="parTrans" cxnId="{A36B6BF2-CB79-4BB1-96A9-BD182CE8A113}">
      <dgm:prSet/>
      <dgm:spPr/>
      <dgm:t>
        <a:bodyPr/>
        <a:lstStyle/>
        <a:p>
          <a:endParaRPr lang="en-US"/>
        </a:p>
      </dgm:t>
    </dgm:pt>
    <dgm:pt modelId="{3D3116A9-D25B-43E8-9E55-817582BBCDFE}" type="sibTrans" cxnId="{A36B6BF2-CB79-4BB1-96A9-BD182CE8A113}">
      <dgm:prSet/>
      <dgm:spPr/>
      <dgm:t>
        <a:bodyPr/>
        <a:lstStyle/>
        <a:p>
          <a:endParaRPr lang="en-US"/>
        </a:p>
      </dgm:t>
    </dgm:pt>
    <dgm:pt modelId="{6D7E545E-1EE2-4E21-98F1-F4224D5099C9}">
      <dgm:prSet/>
      <dgm:spPr/>
      <dgm:t>
        <a:bodyPr/>
        <a:lstStyle/>
        <a:p>
          <a:r>
            <a:rPr lang="hr-HR" dirty="0"/>
            <a:t>Informacije o lokacijama</a:t>
          </a:r>
          <a:endParaRPr lang="en-US" dirty="0"/>
        </a:p>
      </dgm:t>
    </dgm:pt>
    <dgm:pt modelId="{C4517511-334B-437B-91F0-EA5B3A2C6CAB}" type="parTrans" cxnId="{2FBD9C92-7177-47D0-8348-A989686B467A}">
      <dgm:prSet/>
      <dgm:spPr/>
      <dgm:t>
        <a:bodyPr/>
        <a:lstStyle/>
        <a:p>
          <a:endParaRPr lang="en-US"/>
        </a:p>
      </dgm:t>
    </dgm:pt>
    <dgm:pt modelId="{C8E42DE0-16B3-41FD-9C64-03D263173A2F}" type="sibTrans" cxnId="{2FBD9C92-7177-47D0-8348-A989686B467A}">
      <dgm:prSet/>
      <dgm:spPr/>
      <dgm:t>
        <a:bodyPr/>
        <a:lstStyle/>
        <a:p>
          <a:endParaRPr lang="en-US"/>
        </a:p>
      </dgm:t>
    </dgm:pt>
    <dgm:pt modelId="{AAD5C1A9-8B0A-4F2E-A67A-36DA2D4BFD9A}">
      <dgm:prSet/>
      <dgm:spPr/>
      <dgm:t>
        <a:bodyPr/>
        <a:lstStyle/>
        <a:p>
          <a:r>
            <a:rPr lang="hr-HR" dirty="0"/>
            <a:t>Izi.Travel, Google Maps</a:t>
          </a:r>
          <a:endParaRPr lang="en-US" dirty="0"/>
        </a:p>
      </dgm:t>
    </dgm:pt>
    <dgm:pt modelId="{74252B00-8765-4611-AE9F-D40BA5CECCF6}" type="parTrans" cxnId="{189FFA9B-E5D7-416D-8FB2-E1EAC3AA8B0A}">
      <dgm:prSet/>
      <dgm:spPr/>
      <dgm:t>
        <a:bodyPr/>
        <a:lstStyle/>
        <a:p>
          <a:endParaRPr lang="hr-HR"/>
        </a:p>
      </dgm:t>
    </dgm:pt>
    <dgm:pt modelId="{7E0607F0-549C-4FBA-BC67-96B99E7773CF}" type="sibTrans" cxnId="{189FFA9B-E5D7-416D-8FB2-E1EAC3AA8B0A}">
      <dgm:prSet/>
      <dgm:spPr/>
      <dgm:t>
        <a:bodyPr/>
        <a:lstStyle/>
        <a:p>
          <a:endParaRPr lang="hr-HR"/>
        </a:p>
      </dgm:t>
    </dgm:pt>
    <dgm:pt modelId="{51DFCD95-4251-4263-9C17-DE45852266E4}" type="pres">
      <dgm:prSet presAssocID="{CE67CD35-DF21-4085-8279-2A5E7AB15645}" presName="vert0" presStyleCnt="0">
        <dgm:presLayoutVars>
          <dgm:dir/>
          <dgm:animOne val="branch"/>
          <dgm:animLvl val="lvl"/>
        </dgm:presLayoutVars>
      </dgm:prSet>
      <dgm:spPr/>
    </dgm:pt>
    <dgm:pt modelId="{73F3A783-783F-4629-B553-C3870AB29272}" type="pres">
      <dgm:prSet presAssocID="{A9C5EC15-913B-430C-94A3-05D37E8C3F23}" presName="thickLine" presStyleLbl="alignNode1" presStyleIdx="0" presStyleCnt="4"/>
      <dgm:spPr/>
    </dgm:pt>
    <dgm:pt modelId="{9F5FC06D-3297-47FE-BF4A-C8925BF8AF78}" type="pres">
      <dgm:prSet presAssocID="{A9C5EC15-913B-430C-94A3-05D37E8C3F23}" presName="horz1" presStyleCnt="0"/>
      <dgm:spPr/>
    </dgm:pt>
    <dgm:pt modelId="{5D19F628-F6A9-4AB6-981A-A24E29D3BEA5}" type="pres">
      <dgm:prSet presAssocID="{A9C5EC15-913B-430C-94A3-05D37E8C3F23}" presName="tx1" presStyleLbl="revTx" presStyleIdx="0" presStyleCnt="4"/>
      <dgm:spPr/>
    </dgm:pt>
    <dgm:pt modelId="{27F6057C-9F64-445B-A11A-BCD242344F36}" type="pres">
      <dgm:prSet presAssocID="{A9C5EC15-913B-430C-94A3-05D37E8C3F23}" presName="vert1" presStyleCnt="0"/>
      <dgm:spPr/>
    </dgm:pt>
    <dgm:pt modelId="{329085DE-AEE3-410A-87A6-2406DBDDF751}" type="pres">
      <dgm:prSet presAssocID="{F107F030-D4F4-4056-B2C6-D55CC35B0678}" presName="thickLine" presStyleLbl="alignNode1" presStyleIdx="1" presStyleCnt="4"/>
      <dgm:spPr/>
    </dgm:pt>
    <dgm:pt modelId="{B851D2AB-3BCB-4CBD-A2A9-AC45F9AEA1F7}" type="pres">
      <dgm:prSet presAssocID="{F107F030-D4F4-4056-B2C6-D55CC35B0678}" presName="horz1" presStyleCnt="0"/>
      <dgm:spPr/>
    </dgm:pt>
    <dgm:pt modelId="{AB6C2FB8-8D71-4833-94C1-D4C4884BA74D}" type="pres">
      <dgm:prSet presAssocID="{F107F030-D4F4-4056-B2C6-D55CC35B0678}" presName="tx1" presStyleLbl="revTx" presStyleIdx="1" presStyleCnt="4"/>
      <dgm:spPr/>
    </dgm:pt>
    <dgm:pt modelId="{FCD2027D-4820-48E4-990E-2402484EF9A7}" type="pres">
      <dgm:prSet presAssocID="{F107F030-D4F4-4056-B2C6-D55CC35B0678}" presName="vert1" presStyleCnt="0"/>
      <dgm:spPr/>
    </dgm:pt>
    <dgm:pt modelId="{DA375C42-16FD-4709-8960-2B187A44379E}" type="pres">
      <dgm:prSet presAssocID="{6D7E545E-1EE2-4E21-98F1-F4224D5099C9}" presName="thickLine" presStyleLbl="alignNode1" presStyleIdx="2" presStyleCnt="4"/>
      <dgm:spPr/>
    </dgm:pt>
    <dgm:pt modelId="{510A691F-C55E-472E-BD19-9F1FBD76AFFE}" type="pres">
      <dgm:prSet presAssocID="{6D7E545E-1EE2-4E21-98F1-F4224D5099C9}" presName="horz1" presStyleCnt="0"/>
      <dgm:spPr/>
    </dgm:pt>
    <dgm:pt modelId="{FB4D13C6-F53E-4609-B670-640D05C22380}" type="pres">
      <dgm:prSet presAssocID="{6D7E545E-1EE2-4E21-98F1-F4224D5099C9}" presName="tx1" presStyleLbl="revTx" presStyleIdx="2" presStyleCnt="4"/>
      <dgm:spPr/>
    </dgm:pt>
    <dgm:pt modelId="{034C5023-D3B3-4216-8B61-D7D99BCCAD7D}" type="pres">
      <dgm:prSet presAssocID="{6D7E545E-1EE2-4E21-98F1-F4224D5099C9}" presName="vert1" presStyleCnt="0"/>
      <dgm:spPr/>
    </dgm:pt>
    <dgm:pt modelId="{4BDBC125-8CF0-4567-96A6-E9D799B88AB3}" type="pres">
      <dgm:prSet presAssocID="{AAD5C1A9-8B0A-4F2E-A67A-36DA2D4BFD9A}" presName="thickLine" presStyleLbl="alignNode1" presStyleIdx="3" presStyleCnt="4"/>
      <dgm:spPr/>
    </dgm:pt>
    <dgm:pt modelId="{86C2ECDC-5FC8-482A-8F50-91CABC400A20}" type="pres">
      <dgm:prSet presAssocID="{AAD5C1A9-8B0A-4F2E-A67A-36DA2D4BFD9A}" presName="horz1" presStyleCnt="0"/>
      <dgm:spPr/>
    </dgm:pt>
    <dgm:pt modelId="{2C3CC661-5B10-4DDD-9ECB-9D4ADEE8300B}" type="pres">
      <dgm:prSet presAssocID="{AAD5C1A9-8B0A-4F2E-A67A-36DA2D4BFD9A}" presName="tx1" presStyleLbl="revTx" presStyleIdx="3" presStyleCnt="4"/>
      <dgm:spPr/>
    </dgm:pt>
    <dgm:pt modelId="{27AD5964-3817-417C-A815-AFD5358B4878}" type="pres">
      <dgm:prSet presAssocID="{AAD5C1A9-8B0A-4F2E-A67A-36DA2D4BFD9A}" presName="vert1" presStyleCnt="0"/>
      <dgm:spPr/>
    </dgm:pt>
  </dgm:ptLst>
  <dgm:cxnLst>
    <dgm:cxn modelId="{111F8307-DF22-496A-89EA-A652C138AC87}" type="presOf" srcId="{AAD5C1A9-8B0A-4F2E-A67A-36DA2D4BFD9A}" destId="{2C3CC661-5B10-4DDD-9ECB-9D4ADEE8300B}" srcOrd="0" destOrd="0" presId="urn:microsoft.com/office/officeart/2008/layout/LinedList"/>
    <dgm:cxn modelId="{EA93A313-FF0A-48A2-A6B0-F9A803F91227}" srcId="{CE67CD35-DF21-4085-8279-2A5E7AB15645}" destId="{A9C5EC15-913B-430C-94A3-05D37E8C3F23}" srcOrd="0" destOrd="0" parTransId="{0AF6546D-4664-46EC-BB09-589805D79462}" sibTransId="{9716CB04-4DA4-4C01-87A0-60252DA1F878}"/>
    <dgm:cxn modelId="{22DCCF14-143B-4E20-B643-373BFAF85011}" type="presOf" srcId="{6D7E545E-1EE2-4E21-98F1-F4224D5099C9}" destId="{FB4D13C6-F53E-4609-B670-640D05C22380}" srcOrd="0" destOrd="0" presId="urn:microsoft.com/office/officeart/2008/layout/LinedList"/>
    <dgm:cxn modelId="{612B196F-C284-4B44-A62E-B1E30B432E60}" type="presOf" srcId="{F107F030-D4F4-4056-B2C6-D55CC35B0678}" destId="{AB6C2FB8-8D71-4833-94C1-D4C4884BA74D}" srcOrd="0" destOrd="0" presId="urn:microsoft.com/office/officeart/2008/layout/LinedList"/>
    <dgm:cxn modelId="{2FBD9C92-7177-47D0-8348-A989686B467A}" srcId="{CE67CD35-DF21-4085-8279-2A5E7AB15645}" destId="{6D7E545E-1EE2-4E21-98F1-F4224D5099C9}" srcOrd="2" destOrd="0" parTransId="{C4517511-334B-437B-91F0-EA5B3A2C6CAB}" sibTransId="{C8E42DE0-16B3-41FD-9C64-03D263173A2F}"/>
    <dgm:cxn modelId="{6D8D249B-5645-4816-AD2C-50135E8F074F}" type="presOf" srcId="{A9C5EC15-913B-430C-94A3-05D37E8C3F23}" destId="{5D19F628-F6A9-4AB6-981A-A24E29D3BEA5}" srcOrd="0" destOrd="0" presId="urn:microsoft.com/office/officeart/2008/layout/LinedList"/>
    <dgm:cxn modelId="{189FFA9B-E5D7-416D-8FB2-E1EAC3AA8B0A}" srcId="{CE67CD35-DF21-4085-8279-2A5E7AB15645}" destId="{AAD5C1A9-8B0A-4F2E-A67A-36DA2D4BFD9A}" srcOrd="3" destOrd="0" parTransId="{74252B00-8765-4611-AE9F-D40BA5CECCF6}" sibTransId="{7E0607F0-549C-4FBA-BC67-96B99E7773CF}"/>
    <dgm:cxn modelId="{B08C12E2-4FB2-4A87-AABA-A0FB26FD768A}" type="presOf" srcId="{CE67CD35-DF21-4085-8279-2A5E7AB15645}" destId="{51DFCD95-4251-4263-9C17-DE45852266E4}" srcOrd="0" destOrd="0" presId="urn:microsoft.com/office/officeart/2008/layout/LinedList"/>
    <dgm:cxn modelId="{A36B6BF2-CB79-4BB1-96A9-BD182CE8A113}" srcId="{CE67CD35-DF21-4085-8279-2A5E7AB15645}" destId="{F107F030-D4F4-4056-B2C6-D55CC35B0678}" srcOrd="1" destOrd="0" parTransId="{032E1375-CB84-470C-B9CF-A2DD74A25F94}" sibTransId="{3D3116A9-D25B-43E8-9E55-817582BBCDFE}"/>
    <dgm:cxn modelId="{72902C79-F9CD-4503-83E6-A5EA09D34956}" type="presParOf" srcId="{51DFCD95-4251-4263-9C17-DE45852266E4}" destId="{73F3A783-783F-4629-B553-C3870AB29272}" srcOrd="0" destOrd="0" presId="urn:microsoft.com/office/officeart/2008/layout/LinedList"/>
    <dgm:cxn modelId="{CF41D4DD-7852-4A90-8D02-134D26D40D7D}" type="presParOf" srcId="{51DFCD95-4251-4263-9C17-DE45852266E4}" destId="{9F5FC06D-3297-47FE-BF4A-C8925BF8AF78}" srcOrd="1" destOrd="0" presId="urn:microsoft.com/office/officeart/2008/layout/LinedList"/>
    <dgm:cxn modelId="{3A14E85E-B3D8-449C-8AFF-CF90168B0C53}" type="presParOf" srcId="{9F5FC06D-3297-47FE-BF4A-C8925BF8AF78}" destId="{5D19F628-F6A9-4AB6-981A-A24E29D3BEA5}" srcOrd="0" destOrd="0" presId="urn:microsoft.com/office/officeart/2008/layout/LinedList"/>
    <dgm:cxn modelId="{E638A400-0081-481B-9FFF-623689D27170}" type="presParOf" srcId="{9F5FC06D-3297-47FE-BF4A-C8925BF8AF78}" destId="{27F6057C-9F64-445B-A11A-BCD242344F36}" srcOrd="1" destOrd="0" presId="urn:microsoft.com/office/officeart/2008/layout/LinedList"/>
    <dgm:cxn modelId="{99578909-1F72-4C99-9742-0BC87776CA1C}" type="presParOf" srcId="{51DFCD95-4251-4263-9C17-DE45852266E4}" destId="{329085DE-AEE3-410A-87A6-2406DBDDF751}" srcOrd="2" destOrd="0" presId="urn:microsoft.com/office/officeart/2008/layout/LinedList"/>
    <dgm:cxn modelId="{9DAAABB8-15E8-4DAE-B078-82AC23C57D0C}" type="presParOf" srcId="{51DFCD95-4251-4263-9C17-DE45852266E4}" destId="{B851D2AB-3BCB-4CBD-A2A9-AC45F9AEA1F7}" srcOrd="3" destOrd="0" presId="urn:microsoft.com/office/officeart/2008/layout/LinedList"/>
    <dgm:cxn modelId="{863DAFBA-77B1-41AC-8BD0-5D3BCD06AD63}" type="presParOf" srcId="{B851D2AB-3BCB-4CBD-A2A9-AC45F9AEA1F7}" destId="{AB6C2FB8-8D71-4833-94C1-D4C4884BA74D}" srcOrd="0" destOrd="0" presId="urn:microsoft.com/office/officeart/2008/layout/LinedList"/>
    <dgm:cxn modelId="{F85BD471-0AF7-4297-A0BB-66E9D1A51D7E}" type="presParOf" srcId="{B851D2AB-3BCB-4CBD-A2A9-AC45F9AEA1F7}" destId="{FCD2027D-4820-48E4-990E-2402484EF9A7}" srcOrd="1" destOrd="0" presId="urn:microsoft.com/office/officeart/2008/layout/LinedList"/>
    <dgm:cxn modelId="{19E74A71-B82A-4F03-96DF-DCA044F3D635}" type="presParOf" srcId="{51DFCD95-4251-4263-9C17-DE45852266E4}" destId="{DA375C42-16FD-4709-8960-2B187A44379E}" srcOrd="4" destOrd="0" presId="urn:microsoft.com/office/officeart/2008/layout/LinedList"/>
    <dgm:cxn modelId="{146E1591-AC5D-48C2-A060-5EBB17A45397}" type="presParOf" srcId="{51DFCD95-4251-4263-9C17-DE45852266E4}" destId="{510A691F-C55E-472E-BD19-9F1FBD76AFFE}" srcOrd="5" destOrd="0" presId="urn:microsoft.com/office/officeart/2008/layout/LinedList"/>
    <dgm:cxn modelId="{F1807C3F-3B83-4BA5-9A64-AC7507F5E272}" type="presParOf" srcId="{510A691F-C55E-472E-BD19-9F1FBD76AFFE}" destId="{FB4D13C6-F53E-4609-B670-640D05C22380}" srcOrd="0" destOrd="0" presId="urn:microsoft.com/office/officeart/2008/layout/LinedList"/>
    <dgm:cxn modelId="{FB21F1FD-2C64-4A55-8176-2B41B93FF45A}" type="presParOf" srcId="{510A691F-C55E-472E-BD19-9F1FBD76AFFE}" destId="{034C5023-D3B3-4216-8B61-D7D99BCCAD7D}" srcOrd="1" destOrd="0" presId="urn:microsoft.com/office/officeart/2008/layout/LinedList"/>
    <dgm:cxn modelId="{382F81B3-11D2-46CE-9EA4-080F981A49CF}" type="presParOf" srcId="{51DFCD95-4251-4263-9C17-DE45852266E4}" destId="{4BDBC125-8CF0-4567-96A6-E9D799B88AB3}" srcOrd="6" destOrd="0" presId="urn:microsoft.com/office/officeart/2008/layout/LinedList"/>
    <dgm:cxn modelId="{13347572-3606-4367-8F79-DB056FB24BFF}" type="presParOf" srcId="{51DFCD95-4251-4263-9C17-DE45852266E4}" destId="{86C2ECDC-5FC8-482A-8F50-91CABC400A20}" srcOrd="7" destOrd="0" presId="urn:microsoft.com/office/officeart/2008/layout/LinedList"/>
    <dgm:cxn modelId="{B5D2913A-D915-4B35-B795-97562005325A}" type="presParOf" srcId="{86C2ECDC-5FC8-482A-8F50-91CABC400A20}" destId="{2C3CC661-5B10-4DDD-9ECB-9D4ADEE8300B}" srcOrd="0" destOrd="0" presId="urn:microsoft.com/office/officeart/2008/layout/LinedList"/>
    <dgm:cxn modelId="{00B26906-D9BA-4280-85B5-A8E3DD521DA9}" type="presParOf" srcId="{86C2ECDC-5FC8-482A-8F50-91CABC400A20}" destId="{27AD5964-3817-417C-A815-AFD5358B487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E991A82-D961-46F3-B283-A71FC0805008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D82908B-43FD-4EC4-9F63-F1AF92D0AEFB}">
      <dgm:prSet/>
      <dgm:spPr/>
      <dgm:t>
        <a:bodyPr/>
        <a:lstStyle/>
        <a:p>
          <a:r>
            <a:rPr lang="hr-HR"/>
            <a:t>Olakšati planiranje obilazaka</a:t>
          </a:r>
          <a:endParaRPr lang="en-US"/>
        </a:p>
      </dgm:t>
    </dgm:pt>
    <dgm:pt modelId="{2128525E-C87C-4E24-A541-30F93ADE5A63}" type="parTrans" cxnId="{03CD44AB-515F-4CA5-9A13-CB5C0BC9EBE8}">
      <dgm:prSet/>
      <dgm:spPr/>
      <dgm:t>
        <a:bodyPr/>
        <a:lstStyle/>
        <a:p>
          <a:endParaRPr lang="en-US"/>
        </a:p>
      </dgm:t>
    </dgm:pt>
    <dgm:pt modelId="{09B37985-D8A0-4CE7-9F2E-9EB3CC992BAD}" type="sibTrans" cxnId="{03CD44AB-515F-4CA5-9A13-CB5C0BC9EBE8}">
      <dgm:prSet/>
      <dgm:spPr/>
      <dgm:t>
        <a:bodyPr/>
        <a:lstStyle/>
        <a:p>
          <a:endParaRPr lang="en-US"/>
        </a:p>
      </dgm:t>
    </dgm:pt>
    <dgm:pt modelId="{D000A4D7-D5A0-4763-86D5-7BEB6DE4CA12}">
      <dgm:prSet/>
      <dgm:spPr/>
      <dgm:t>
        <a:bodyPr/>
        <a:lstStyle/>
        <a:p>
          <a:r>
            <a:rPr lang="hr-HR"/>
            <a:t>Poboljšati iskustvo razgledavanja</a:t>
          </a:r>
          <a:endParaRPr lang="en-US"/>
        </a:p>
      </dgm:t>
    </dgm:pt>
    <dgm:pt modelId="{3CEAB513-488C-4EE1-B3A8-17A22BCB1164}" type="parTrans" cxnId="{010EB3D8-4FF1-4C71-85F5-F3A81CB45EBA}">
      <dgm:prSet/>
      <dgm:spPr/>
      <dgm:t>
        <a:bodyPr/>
        <a:lstStyle/>
        <a:p>
          <a:endParaRPr lang="en-US"/>
        </a:p>
      </dgm:t>
    </dgm:pt>
    <dgm:pt modelId="{AA741011-A61D-4B4D-920E-8886B494B112}" type="sibTrans" cxnId="{010EB3D8-4FF1-4C71-85F5-F3A81CB45EBA}">
      <dgm:prSet/>
      <dgm:spPr/>
      <dgm:t>
        <a:bodyPr/>
        <a:lstStyle/>
        <a:p>
          <a:endParaRPr lang="en-US"/>
        </a:p>
      </dgm:t>
    </dgm:pt>
    <dgm:pt modelId="{0AE1F495-7C38-4A68-A18D-00AE73D753E2}">
      <dgm:prSet/>
      <dgm:spPr/>
      <dgm:t>
        <a:bodyPr/>
        <a:lstStyle/>
        <a:p>
          <a:r>
            <a:rPr lang="hr-HR"/>
            <a:t>Moderan, digitalan način istraživanja destinacija</a:t>
          </a:r>
          <a:endParaRPr lang="en-US"/>
        </a:p>
      </dgm:t>
    </dgm:pt>
    <dgm:pt modelId="{83289DD7-945C-4C4C-83E7-03A54C5929DA}" type="parTrans" cxnId="{9F1106F9-E32D-4261-91A3-F3FE9991476B}">
      <dgm:prSet/>
      <dgm:spPr/>
      <dgm:t>
        <a:bodyPr/>
        <a:lstStyle/>
        <a:p>
          <a:endParaRPr lang="en-US"/>
        </a:p>
      </dgm:t>
    </dgm:pt>
    <dgm:pt modelId="{33289153-2137-46CF-A6E0-5B26E5E8FE9C}" type="sibTrans" cxnId="{9F1106F9-E32D-4261-91A3-F3FE9991476B}">
      <dgm:prSet/>
      <dgm:spPr/>
      <dgm:t>
        <a:bodyPr/>
        <a:lstStyle/>
        <a:p>
          <a:endParaRPr lang="en-US"/>
        </a:p>
      </dgm:t>
    </dgm:pt>
    <dgm:pt modelId="{9652F39E-B47F-46DA-965E-B82038AD4F3C}" type="pres">
      <dgm:prSet presAssocID="{6E991A82-D961-46F3-B283-A71FC0805008}" presName="vert0" presStyleCnt="0">
        <dgm:presLayoutVars>
          <dgm:dir/>
          <dgm:animOne val="branch"/>
          <dgm:animLvl val="lvl"/>
        </dgm:presLayoutVars>
      </dgm:prSet>
      <dgm:spPr/>
    </dgm:pt>
    <dgm:pt modelId="{4E7C2D5B-62F2-41A8-84FD-08B2EA5E28D9}" type="pres">
      <dgm:prSet presAssocID="{FD82908B-43FD-4EC4-9F63-F1AF92D0AEFB}" presName="thickLine" presStyleLbl="alignNode1" presStyleIdx="0" presStyleCnt="3"/>
      <dgm:spPr/>
    </dgm:pt>
    <dgm:pt modelId="{BF325DA4-1F4B-4AA8-848F-5D1FAA71DE8B}" type="pres">
      <dgm:prSet presAssocID="{FD82908B-43FD-4EC4-9F63-F1AF92D0AEFB}" presName="horz1" presStyleCnt="0"/>
      <dgm:spPr/>
    </dgm:pt>
    <dgm:pt modelId="{6B8C74EE-AB02-4975-B9BF-6A4D4C6EF243}" type="pres">
      <dgm:prSet presAssocID="{FD82908B-43FD-4EC4-9F63-F1AF92D0AEFB}" presName="tx1" presStyleLbl="revTx" presStyleIdx="0" presStyleCnt="3"/>
      <dgm:spPr/>
    </dgm:pt>
    <dgm:pt modelId="{AB1777FD-C31A-45BE-A046-21C0279CEDF7}" type="pres">
      <dgm:prSet presAssocID="{FD82908B-43FD-4EC4-9F63-F1AF92D0AEFB}" presName="vert1" presStyleCnt="0"/>
      <dgm:spPr/>
    </dgm:pt>
    <dgm:pt modelId="{401F6DEA-51FD-4110-B098-9D0CDB57B8F5}" type="pres">
      <dgm:prSet presAssocID="{D000A4D7-D5A0-4763-86D5-7BEB6DE4CA12}" presName="thickLine" presStyleLbl="alignNode1" presStyleIdx="1" presStyleCnt="3"/>
      <dgm:spPr/>
    </dgm:pt>
    <dgm:pt modelId="{D1C8DA38-0363-4225-BCC0-D62D4F1E8B35}" type="pres">
      <dgm:prSet presAssocID="{D000A4D7-D5A0-4763-86D5-7BEB6DE4CA12}" presName="horz1" presStyleCnt="0"/>
      <dgm:spPr/>
    </dgm:pt>
    <dgm:pt modelId="{AA3D57BA-2A27-406D-811A-F01066177AB0}" type="pres">
      <dgm:prSet presAssocID="{D000A4D7-D5A0-4763-86D5-7BEB6DE4CA12}" presName="tx1" presStyleLbl="revTx" presStyleIdx="1" presStyleCnt="3"/>
      <dgm:spPr/>
    </dgm:pt>
    <dgm:pt modelId="{0E0591AA-E0F4-4062-90FA-70B45CA28C84}" type="pres">
      <dgm:prSet presAssocID="{D000A4D7-D5A0-4763-86D5-7BEB6DE4CA12}" presName="vert1" presStyleCnt="0"/>
      <dgm:spPr/>
    </dgm:pt>
    <dgm:pt modelId="{49C388ED-F521-465F-A52B-5550EBEC3C19}" type="pres">
      <dgm:prSet presAssocID="{0AE1F495-7C38-4A68-A18D-00AE73D753E2}" presName="thickLine" presStyleLbl="alignNode1" presStyleIdx="2" presStyleCnt="3"/>
      <dgm:spPr/>
    </dgm:pt>
    <dgm:pt modelId="{A1E2272A-A9A6-404F-9C46-89478E8BE138}" type="pres">
      <dgm:prSet presAssocID="{0AE1F495-7C38-4A68-A18D-00AE73D753E2}" presName="horz1" presStyleCnt="0"/>
      <dgm:spPr/>
    </dgm:pt>
    <dgm:pt modelId="{5B338DB0-960F-4D76-86E6-AA53529DEA11}" type="pres">
      <dgm:prSet presAssocID="{0AE1F495-7C38-4A68-A18D-00AE73D753E2}" presName="tx1" presStyleLbl="revTx" presStyleIdx="2" presStyleCnt="3"/>
      <dgm:spPr/>
    </dgm:pt>
    <dgm:pt modelId="{564E0EA6-3C16-4E8E-8493-A4549EA50CAA}" type="pres">
      <dgm:prSet presAssocID="{0AE1F495-7C38-4A68-A18D-00AE73D753E2}" presName="vert1" presStyleCnt="0"/>
      <dgm:spPr/>
    </dgm:pt>
  </dgm:ptLst>
  <dgm:cxnLst>
    <dgm:cxn modelId="{CABFD140-86DA-4C46-B0F2-F2ECC2726F50}" type="presOf" srcId="{FD82908B-43FD-4EC4-9F63-F1AF92D0AEFB}" destId="{6B8C74EE-AB02-4975-B9BF-6A4D4C6EF243}" srcOrd="0" destOrd="0" presId="urn:microsoft.com/office/officeart/2008/layout/LinedList"/>
    <dgm:cxn modelId="{B7F89EA5-A53A-428D-BFC8-B431D36FD401}" type="presOf" srcId="{D000A4D7-D5A0-4763-86D5-7BEB6DE4CA12}" destId="{AA3D57BA-2A27-406D-811A-F01066177AB0}" srcOrd="0" destOrd="0" presId="urn:microsoft.com/office/officeart/2008/layout/LinedList"/>
    <dgm:cxn modelId="{03CD44AB-515F-4CA5-9A13-CB5C0BC9EBE8}" srcId="{6E991A82-D961-46F3-B283-A71FC0805008}" destId="{FD82908B-43FD-4EC4-9F63-F1AF92D0AEFB}" srcOrd="0" destOrd="0" parTransId="{2128525E-C87C-4E24-A541-30F93ADE5A63}" sibTransId="{09B37985-D8A0-4CE7-9F2E-9EB3CC992BAD}"/>
    <dgm:cxn modelId="{9B8C14AD-2B84-44B4-BCD1-A2DED9F8964C}" type="presOf" srcId="{6E991A82-D961-46F3-B283-A71FC0805008}" destId="{9652F39E-B47F-46DA-965E-B82038AD4F3C}" srcOrd="0" destOrd="0" presId="urn:microsoft.com/office/officeart/2008/layout/LinedList"/>
    <dgm:cxn modelId="{010EB3D8-4FF1-4C71-85F5-F3A81CB45EBA}" srcId="{6E991A82-D961-46F3-B283-A71FC0805008}" destId="{D000A4D7-D5A0-4763-86D5-7BEB6DE4CA12}" srcOrd="1" destOrd="0" parTransId="{3CEAB513-488C-4EE1-B3A8-17A22BCB1164}" sibTransId="{AA741011-A61D-4B4D-920E-8886B494B112}"/>
    <dgm:cxn modelId="{0CB7C5EA-BE30-4C88-8635-BD65D0656307}" type="presOf" srcId="{0AE1F495-7C38-4A68-A18D-00AE73D753E2}" destId="{5B338DB0-960F-4D76-86E6-AA53529DEA11}" srcOrd="0" destOrd="0" presId="urn:microsoft.com/office/officeart/2008/layout/LinedList"/>
    <dgm:cxn modelId="{9F1106F9-E32D-4261-91A3-F3FE9991476B}" srcId="{6E991A82-D961-46F3-B283-A71FC0805008}" destId="{0AE1F495-7C38-4A68-A18D-00AE73D753E2}" srcOrd="2" destOrd="0" parTransId="{83289DD7-945C-4C4C-83E7-03A54C5929DA}" sibTransId="{33289153-2137-46CF-A6E0-5B26E5E8FE9C}"/>
    <dgm:cxn modelId="{044CA60C-F0E5-4B0E-9479-BC22D897FB1F}" type="presParOf" srcId="{9652F39E-B47F-46DA-965E-B82038AD4F3C}" destId="{4E7C2D5B-62F2-41A8-84FD-08B2EA5E28D9}" srcOrd="0" destOrd="0" presId="urn:microsoft.com/office/officeart/2008/layout/LinedList"/>
    <dgm:cxn modelId="{5373E8BB-E592-4B55-84FA-454BA8650429}" type="presParOf" srcId="{9652F39E-B47F-46DA-965E-B82038AD4F3C}" destId="{BF325DA4-1F4B-4AA8-848F-5D1FAA71DE8B}" srcOrd="1" destOrd="0" presId="urn:microsoft.com/office/officeart/2008/layout/LinedList"/>
    <dgm:cxn modelId="{94420B88-2073-41A2-BF67-44177B522F78}" type="presParOf" srcId="{BF325DA4-1F4B-4AA8-848F-5D1FAA71DE8B}" destId="{6B8C74EE-AB02-4975-B9BF-6A4D4C6EF243}" srcOrd="0" destOrd="0" presId="urn:microsoft.com/office/officeart/2008/layout/LinedList"/>
    <dgm:cxn modelId="{B3789E7C-811C-4CC5-9C1C-653E9BDB2BF5}" type="presParOf" srcId="{BF325DA4-1F4B-4AA8-848F-5D1FAA71DE8B}" destId="{AB1777FD-C31A-45BE-A046-21C0279CEDF7}" srcOrd="1" destOrd="0" presId="urn:microsoft.com/office/officeart/2008/layout/LinedList"/>
    <dgm:cxn modelId="{A76CA1FE-8284-415B-9E9A-8EC4F8A5ED85}" type="presParOf" srcId="{9652F39E-B47F-46DA-965E-B82038AD4F3C}" destId="{401F6DEA-51FD-4110-B098-9D0CDB57B8F5}" srcOrd="2" destOrd="0" presId="urn:microsoft.com/office/officeart/2008/layout/LinedList"/>
    <dgm:cxn modelId="{CFE515F1-439E-48BD-933D-6AAE64DDE32A}" type="presParOf" srcId="{9652F39E-B47F-46DA-965E-B82038AD4F3C}" destId="{D1C8DA38-0363-4225-BCC0-D62D4F1E8B35}" srcOrd="3" destOrd="0" presId="urn:microsoft.com/office/officeart/2008/layout/LinedList"/>
    <dgm:cxn modelId="{C3A47A11-FB29-4307-B0D8-109FB24F9336}" type="presParOf" srcId="{D1C8DA38-0363-4225-BCC0-D62D4F1E8B35}" destId="{AA3D57BA-2A27-406D-811A-F01066177AB0}" srcOrd="0" destOrd="0" presId="urn:microsoft.com/office/officeart/2008/layout/LinedList"/>
    <dgm:cxn modelId="{DA1B69D7-E778-47C7-91FE-6D27CAB86F22}" type="presParOf" srcId="{D1C8DA38-0363-4225-BCC0-D62D4F1E8B35}" destId="{0E0591AA-E0F4-4062-90FA-70B45CA28C84}" srcOrd="1" destOrd="0" presId="urn:microsoft.com/office/officeart/2008/layout/LinedList"/>
    <dgm:cxn modelId="{3D340750-E662-4748-A997-80A359F072EB}" type="presParOf" srcId="{9652F39E-B47F-46DA-965E-B82038AD4F3C}" destId="{49C388ED-F521-465F-A52B-5550EBEC3C19}" srcOrd="4" destOrd="0" presId="urn:microsoft.com/office/officeart/2008/layout/LinedList"/>
    <dgm:cxn modelId="{04337F75-B922-4075-B717-94C243FAFAFD}" type="presParOf" srcId="{9652F39E-B47F-46DA-965E-B82038AD4F3C}" destId="{A1E2272A-A9A6-404F-9C46-89478E8BE138}" srcOrd="5" destOrd="0" presId="urn:microsoft.com/office/officeart/2008/layout/LinedList"/>
    <dgm:cxn modelId="{1D9A44AB-FFCC-407E-A27E-AB05372B11F0}" type="presParOf" srcId="{A1E2272A-A9A6-404F-9C46-89478E8BE138}" destId="{5B338DB0-960F-4D76-86E6-AA53529DEA11}" srcOrd="0" destOrd="0" presId="urn:microsoft.com/office/officeart/2008/layout/LinedList"/>
    <dgm:cxn modelId="{83F42049-728E-4DE8-9F91-643D097C0C17}" type="presParOf" srcId="{A1E2272A-A9A6-404F-9C46-89478E8BE138}" destId="{564E0EA6-3C16-4E8E-8493-A4549EA50C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160B34-3FB2-4887-8F50-57E3A12F7BC9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543F9E2-8D45-4B12-849C-738606B9E116}">
      <dgm:prSet/>
      <dgm:spPr/>
      <dgm:t>
        <a:bodyPr/>
        <a:lstStyle/>
        <a:p>
          <a:r>
            <a:rPr lang="hr-HR"/>
            <a:t>Vrijeme učitavanja &lt;5 s</a:t>
          </a:r>
          <a:endParaRPr lang="en-US"/>
        </a:p>
      </dgm:t>
    </dgm:pt>
    <dgm:pt modelId="{21EC2702-3BEC-491E-ACA9-EB1E359C7A4A}" type="parTrans" cxnId="{21D5B0C2-1354-45FE-BCBE-852BFF1E4523}">
      <dgm:prSet/>
      <dgm:spPr/>
      <dgm:t>
        <a:bodyPr/>
        <a:lstStyle/>
        <a:p>
          <a:endParaRPr lang="en-US"/>
        </a:p>
      </dgm:t>
    </dgm:pt>
    <dgm:pt modelId="{A66F4CFF-706B-4967-BBE1-17D43DCD5662}" type="sibTrans" cxnId="{21D5B0C2-1354-45FE-BCBE-852BFF1E4523}">
      <dgm:prSet/>
      <dgm:spPr/>
      <dgm:t>
        <a:bodyPr/>
        <a:lstStyle/>
        <a:p>
          <a:endParaRPr lang="en-US"/>
        </a:p>
      </dgm:t>
    </dgm:pt>
    <dgm:pt modelId="{B0F80A15-90FA-4274-9AF4-87E383DD83A8}">
      <dgm:prSet/>
      <dgm:spPr/>
      <dgm:t>
        <a:bodyPr/>
        <a:lstStyle/>
        <a:p>
          <a:r>
            <a:rPr lang="hr-HR"/>
            <a:t>Uredničke funkcije dostupne samo uredniku</a:t>
          </a:r>
          <a:endParaRPr lang="en-US"/>
        </a:p>
      </dgm:t>
    </dgm:pt>
    <dgm:pt modelId="{DB290210-F573-4321-B985-F2E98EFBED72}" type="parTrans" cxnId="{2D9496F7-2A1B-4338-B604-889AB745C3CE}">
      <dgm:prSet/>
      <dgm:spPr/>
      <dgm:t>
        <a:bodyPr/>
        <a:lstStyle/>
        <a:p>
          <a:endParaRPr lang="en-US"/>
        </a:p>
      </dgm:t>
    </dgm:pt>
    <dgm:pt modelId="{6CA3D911-F431-4090-B267-F4485E491FF2}" type="sibTrans" cxnId="{2D9496F7-2A1B-4338-B604-889AB745C3CE}">
      <dgm:prSet/>
      <dgm:spPr/>
      <dgm:t>
        <a:bodyPr/>
        <a:lstStyle/>
        <a:p>
          <a:endParaRPr lang="en-US"/>
        </a:p>
      </dgm:t>
    </dgm:pt>
    <dgm:pt modelId="{AB353DA0-AF79-461E-8CA1-2E9AD1C5B454}">
      <dgm:prSet/>
      <dgm:spPr/>
      <dgm:t>
        <a:bodyPr/>
        <a:lstStyle/>
        <a:p>
          <a:r>
            <a:rPr lang="hr-HR"/>
            <a:t>Responzivno sučelje</a:t>
          </a:r>
          <a:endParaRPr lang="en-US"/>
        </a:p>
      </dgm:t>
    </dgm:pt>
    <dgm:pt modelId="{48069148-1626-40B1-AB87-ACFBFF9B0356}" type="parTrans" cxnId="{2DFC8CF7-F8D3-4D8C-9FD2-EE898B86E154}">
      <dgm:prSet/>
      <dgm:spPr/>
      <dgm:t>
        <a:bodyPr/>
        <a:lstStyle/>
        <a:p>
          <a:endParaRPr lang="en-US"/>
        </a:p>
      </dgm:t>
    </dgm:pt>
    <dgm:pt modelId="{68B8B92C-745E-4178-A37E-268BB785EE7D}" type="sibTrans" cxnId="{2DFC8CF7-F8D3-4D8C-9FD2-EE898B86E154}">
      <dgm:prSet/>
      <dgm:spPr/>
      <dgm:t>
        <a:bodyPr/>
        <a:lstStyle/>
        <a:p>
          <a:endParaRPr lang="en-US"/>
        </a:p>
      </dgm:t>
    </dgm:pt>
    <dgm:pt modelId="{95688B9C-B512-4022-B621-7AE15E706E61}" type="pres">
      <dgm:prSet presAssocID="{51160B34-3FB2-4887-8F50-57E3A12F7BC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0713B62-D456-4D2A-9465-067AFE4D3F72}" type="pres">
      <dgm:prSet presAssocID="{E543F9E2-8D45-4B12-849C-738606B9E116}" presName="hierRoot1" presStyleCnt="0"/>
      <dgm:spPr/>
    </dgm:pt>
    <dgm:pt modelId="{203C3966-B0D3-4D94-824E-4DF19B35206B}" type="pres">
      <dgm:prSet presAssocID="{E543F9E2-8D45-4B12-849C-738606B9E116}" presName="composite" presStyleCnt="0"/>
      <dgm:spPr/>
    </dgm:pt>
    <dgm:pt modelId="{0391035B-EB04-4653-A941-D497EE7EA2E1}" type="pres">
      <dgm:prSet presAssocID="{E543F9E2-8D45-4B12-849C-738606B9E116}" presName="background" presStyleLbl="node0" presStyleIdx="0" presStyleCnt="3"/>
      <dgm:spPr/>
    </dgm:pt>
    <dgm:pt modelId="{9ECC76B9-64D2-452B-B229-843CDFEE6A3A}" type="pres">
      <dgm:prSet presAssocID="{E543F9E2-8D45-4B12-849C-738606B9E116}" presName="text" presStyleLbl="fgAcc0" presStyleIdx="0" presStyleCnt="3">
        <dgm:presLayoutVars>
          <dgm:chPref val="3"/>
        </dgm:presLayoutVars>
      </dgm:prSet>
      <dgm:spPr/>
    </dgm:pt>
    <dgm:pt modelId="{B19FD7AA-76A7-4625-9566-670585541313}" type="pres">
      <dgm:prSet presAssocID="{E543F9E2-8D45-4B12-849C-738606B9E116}" presName="hierChild2" presStyleCnt="0"/>
      <dgm:spPr/>
    </dgm:pt>
    <dgm:pt modelId="{A5F8E6DC-8DE8-446F-818D-71DDC4D597B3}" type="pres">
      <dgm:prSet presAssocID="{B0F80A15-90FA-4274-9AF4-87E383DD83A8}" presName="hierRoot1" presStyleCnt="0"/>
      <dgm:spPr/>
    </dgm:pt>
    <dgm:pt modelId="{D79D8747-60BE-4B8A-A5B2-B121332F1BE0}" type="pres">
      <dgm:prSet presAssocID="{B0F80A15-90FA-4274-9AF4-87E383DD83A8}" presName="composite" presStyleCnt="0"/>
      <dgm:spPr/>
    </dgm:pt>
    <dgm:pt modelId="{8BF2750F-BEF1-49C5-92CC-E06273FFB3C2}" type="pres">
      <dgm:prSet presAssocID="{B0F80A15-90FA-4274-9AF4-87E383DD83A8}" presName="background" presStyleLbl="node0" presStyleIdx="1" presStyleCnt="3"/>
      <dgm:spPr/>
    </dgm:pt>
    <dgm:pt modelId="{1AB3B485-9D87-40E5-989D-D0C8EB6496E5}" type="pres">
      <dgm:prSet presAssocID="{B0F80A15-90FA-4274-9AF4-87E383DD83A8}" presName="text" presStyleLbl="fgAcc0" presStyleIdx="1" presStyleCnt="3">
        <dgm:presLayoutVars>
          <dgm:chPref val="3"/>
        </dgm:presLayoutVars>
      </dgm:prSet>
      <dgm:spPr/>
    </dgm:pt>
    <dgm:pt modelId="{0FE10439-AEEB-4151-B33A-BED0CA48B9E2}" type="pres">
      <dgm:prSet presAssocID="{B0F80A15-90FA-4274-9AF4-87E383DD83A8}" presName="hierChild2" presStyleCnt="0"/>
      <dgm:spPr/>
    </dgm:pt>
    <dgm:pt modelId="{2FF3F097-06B9-48A9-9421-4AC82A590135}" type="pres">
      <dgm:prSet presAssocID="{AB353DA0-AF79-461E-8CA1-2E9AD1C5B454}" presName="hierRoot1" presStyleCnt="0"/>
      <dgm:spPr/>
    </dgm:pt>
    <dgm:pt modelId="{D46D4FA6-3422-463C-A26D-F4CD72CC390F}" type="pres">
      <dgm:prSet presAssocID="{AB353DA0-AF79-461E-8CA1-2E9AD1C5B454}" presName="composite" presStyleCnt="0"/>
      <dgm:spPr/>
    </dgm:pt>
    <dgm:pt modelId="{A7495029-2445-4B26-93EF-1A6BF40349DC}" type="pres">
      <dgm:prSet presAssocID="{AB353DA0-AF79-461E-8CA1-2E9AD1C5B454}" presName="background" presStyleLbl="node0" presStyleIdx="2" presStyleCnt="3"/>
      <dgm:spPr/>
    </dgm:pt>
    <dgm:pt modelId="{31D6D706-AD64-4594-8265-ADCDDFFACBDE}" type="pres">
      <dgm:prSet presAssocID="{AB353DA0-AF79-461E-8CA1-2E9AD1C5B454}" presName="text" presStyleLbl="fgAcc0" presStyleIdx="2" presStyleCnt="3">
        <dgm:presLayoutVars>
          <dgm:chPref val="3"/>
        </dgm:presLayoutVars>
      </dgm:prSet>
      <dgm:spPr/>
    </dgm:pt>
    <dgm:pt modelId="{5A61F7D5-F2C5-4956-AD56-04800CA70299}" type="pres">
      <dgm:prSet presAssocID="{AB353DA0-AF79-461E-8CA1-2E9AD1C5B454}" presName="hierChild2" presStyleCnt="0"/>
      <dgm:spPr/>
    </dgm:pt>
  </dgm:ptLst>
  <dgm:cxnLst>
    <dgm:cxn modelId="{909C4A72-3195-4565-811E-462885F36B94}" type="presOf" srcId="{51160B34-3FB2-4887-8F50-57E3A12F7BC9}" destId="{95688B9C-B512-4022-B621-7AE15E706E61}" srcOrd="0" destOrd="0" presId="urn:microsoft.com/office/officeart/2005/8/layout/hierarchy1"/>
    <dgm:cxn modelId="{BE0B6E7A-6E0B-4766-8E5D-418E83271DE5}" type="presOf" srcId="{E543F9E2-8D45-4B12-849C-738606B9E116}" destId="{9ECC76B9-64D2-452B-B229-843CDFEE6A3A}" srcOrd="0" destOrd="0" presId="urn:microsoft.com/office/officeart/2005/8/layout/hierarchy1"/>
    <dgm:cxn modelId="{185EDE89-66AE-4316-ADC7-249CBCE93159}" type="presOf" srcId="{AB353DA0-AF79-461E-8CA1-2E9AD1C5B454}" destId="{31D6D706-AD64-4594-8265-ADCDDFFACBDE}" srcOrd="0" destOrd="0" presId="urn:microsoft.com/office/officeart/2005/8/layout/hierarchy1"/>
    <dgm:cxn modelId="{21D5B0C2-1354-45FE-BCBE-852BFF1E4523}" srcId="{51160B34-3FB2-4887-8F50-57E3A12F7BC9}" destId="{E543F9E2-8D45-4B12-849C-738606B9E116}" srcOrd="0" destOrd="0" parTransId="{21EC2702-3BEC-491E-ACA9-EB1E359C7A4A}" sibTransId="{A66F4CFF-706B-4967-BBE1-17D43DCD5662}"/>
    <dgm:cxn modelId="{022723E7-EA17-4A61-9E4F-C8243ACF2BDF}" type="presOf" srcId="{B0F80A15-90FA-4274-9AF4-87E383DD83A8}" destId="{1AB3B485-9D87-40E5-989D-D0C8EB6496E5}" srcOrd="0" destOrd="0" presId="urn:microsoft.com/office/officeart/2005/8/layout/hierarchy1"/>
    <dgm:cxn modelId="{2DFC8CF7-F8D3-4D8C-9FD2-EE898B86E154}" srcId="{51160B34-3FB2-4887-8F50-57E3A12F7BC9}" destId="{AB353DA0-AF79-461E-8CA1-2E9AD1C5B454}" srcOrd="2" destOrd="0" parTransId="{48069148-1626-40B1-AB87-ACFBFF9B0356}" sibTransId="{68B8B92C-745E-4178-A37E-268BB785EE7D}"/>
    <dgm:cxn modelId="{2D9496F7-2A1B-4338-B604-889AB745C3CE}" srcId="{51160B34-3FB2-4887-8F50-57E3A12F7BC9}" destId="{B0F80A15-90FA-4274-9AF4-87E383DD83A8}" srcOrd="1" destOrd="0" parTransId="{DB290210-F573-4321-B985-F2E98EFBED72}" sibTransId="{6CA3D911-F431-4090-B267-F4485E491FF2}"/>
    <dgm:cxn modelId="{BF09199C-C45B-41A1-B297-8CC32F6062A8}" type="presParOf" srcId="{95688B9C-B512-4022-B621-7AE15E706E61}" destId="{30713B62-D456-4D2A-9465-067AFE4D3F72}" srcOrd="0" destOrd="0" presId="urn:microsoft.com/office/officeart/2005/8/layout/hierarchy1"/>
    <dgm:cxn modelId="{62359EA3-64CB-4ACA-A719-D196FDAD2201}" type="presParOf" srcId="{30713B62-D456-4D2A-9465-067AFE4D3F72}" destId="{203C3966-B0D3-4D94-824E-4DF19B35206B}" srcOrd="0" destOrd="0" presId="urn:microsoft.com/office/officeart/2005/8/layout/hierarchy1"/>
    <dgm:cxn modelId="{630632E2-A82B-40FA-BF70-18C0324A96EA}" type="presParOf" srcId="{203C3966-B0D3-4D94-824E-4DF19B35206B}" destId="{0391035B-EB04-4653-A941-D497EE7EA2E1}" srcOrd="0" destOrd="0" presId="urn:microsoft.com/office/officeart/2005/8/layout/hierarchy1"/>
    <dgm:cxn modelId="{DD1E443A-DBAE-47D1-A33B-47471D41E938}" type="presParOf" srcId="{203C3966-B0D3-4D94-824E-4DF19B35206B}" destId="{9ECC76B9-64D2-452B-B229-843CDFEE6A3A}" srcOrd="1" destOrd="0" presId="urn:microsoft.com/office/officeart/2005/8/layout/hierarchy1"/>
    <dgm:cxn modelId="{38363AE5-74D7-4099-96CC-9D39014EBBF4}" type="presParOf" srcId="{30713B62-D456-4D2A-9465-067AFE4D3F72}" destId="{B19FD7AA-76A7-4625-9566-670585541313}" srcOrd="1" destOrd="0" presId="urn:microsoft.com/office/officeart/2005/8/layout/hierarchy1"/>
    <dgm:cxn modelId="{E9B47FA6-0C4A-4345-83FD-8389F5DEBE78}" type="presParOf" srcId="{95688B9C-B512-4022-B621-7AE15E706E61}" destId="{A5F8E6DC-8DE8-446F-818D-71DDC4D597B3}" srcOrd="1" destOrd="0" presId="urn:microsoft.com/office/officeart/2005/8/layout/hierarchy1"/>
    <dgm:cxn modelId="{C23D8A3F-68DD-445D-A939-280FB02BF450}" type="presParOf" srcId="{A5F8E6DC-8DE8-446F-818D-71DDC4D597B3}" destId="{D79D8747-60BE-4B8A-A5B2-B121332F1BE0}" srcOrd="0" destOrd="0" presId="urn:microsoft.com/office/officeart/2005/8/layout/hierarchy1"/>
    <dgm:cxn modelId="{A8E504B7-41D4-4EB6-836B-75B7AC2DAA19}" type="presParOf" srcId="{D79D8747-60BE-4B8A-A5B2-B121332F1BE0}" destId="{8BF2750F-BEF1-49C5-92CC-E06273FFB3C2}" srcOrd="0" destOrd="0" presId="urn:microsoft.com/office/officeart/2005/8/layout/hierarchy1"/>
    <dgm:cxn modelId="{BAE53475-CDB0-4203-9575-26EB1662D469}" type="presParOf" srcId="{D79D8747-60BE-4B8A-A5B2-B121332F1BE0}" destId="{1AB3B485-9D87-40E5-989D-D0C8EB6496E5}" srcOrd="1" destOrd="0" presId="urn:microsoft.com/office/officeart/2005/8/layout/hierarchy1"/>
    <dgm:cxn modelId="{40F55FDB-A0B6-4E37-811E-E8536B5DEF2C}" type="presParOf" srcId="{A5F8E6DC-8DE8-446F-818D-71DDC4D597B3}" destId="{0FE10439-AEEB-4151-B33A-BED0CA48B9E2}" srcOrd="1" destOrd="0" presId="urn:microsoft.com/office/officeart/2005/8/layout/hierarchy1"/>
    <dgm:cxn modelId="{2CEAD0AF-0F82-4CCD-AB29-3E24131F571F}" type="presParOf" srcId="{95688B9C-B512-4022-B621-7AE15E706E61}" destId="{2FF3F097-06B9-48A9-9421-4AC82A590135}" srcOrd="2" destOrd="0" presId="urn:microsoft.com/office/officeart/2005/8/layout/hierarchy1"/>
    <dgm:cxn modelId="{A9F34C0B-448D-409D-90F6-D09C5DF8C337}" type="presParOf" srcId="{2FF3F097-06B9-48A9-9421-4AC82A590135}" destId="{D46D4FA6-3422-463C-A26D-F4CD72CC390F}" srcOrd="0" destOrd="0" presId="urn:microsoft.com/office/officeart/2005/8/layout/hierarchy1"/>
    <dgm:cxn modelId="{AFB0AC51-3EFF-4321-999D-E823FAE93BF6}" type="presParOf" srcId="{D46D4FA6-3422-463C-A26D-F4CD72CC390F}" destId="{A7495029-2445-4B26-93EF-1A6BF40349DC}" srcOrd="0" destOrd="0" presId="urn:microsoft.com/office/officeart/2005/8/layout/hierarchy1"/>
    <dgm:cxn modelId="{D28BD60B-4213-4E6E-BBE8-81DE0ADA1FBD}" type="presParOf" srcId="{D46D4FA6-3422-463C-A26D-F4CD72CC390F}" destId="{31D6D706-AD64-4594-8265-ADCDDFFACBDE}" srcOrd="1" destOrd="0" presId="urn:microsoft.com/office/officeart/2005/8/layout/hierarchy1"/>
    <dgm:cxn modelId="{3B2A4B13-6038-49A2-B2B1-83FE043777EA}" type="presParOf" srcId="{2FF3F097-06B9-48A9-9421-4AC82A590135}" destId="{5A61F7D5-F2C5-4956-AD56-04800CA7029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920A4-91C5-4371-952C-9214E9637A74}">
      <dsp:nvSpPr>
        <dsp:cNvPr id="0" name=""/>
        <dsp:cNvSpPr/>
      </dsp:nvSpPr>
      <dsp:spPr>
        <a:xfrm>
          <a:off x="0" y="72008"/>
          <a:ext cx="10515600" cy="6388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600" kern="1200"/>
            <a:t>Kristijan Orešić – voditelj, dokumentacija, backend</a:t>
          </a:r>
          <a:endParaRPr lang="en-US" sz="2600" kern="1200"/>
        </a:p>
      </dsp:txBody>
      <dsp:txXfrm>
        <a:off x="31185" y="103193"/>
        <a:ext cx="10453230" cy="576450"/>
      </dsp:txXfrm>
    </dsp:sp>
    <dsp:sp modelId="{C8EAB603-8E5A-44AA-9CBC-364104E5CEA2}">
      <dsp:nvSpPr>
        <dsp:cNvPr id="0" name=""/>
        <dsp:cNvSpPr/>
      </dsp:nvSpPr>
      <dsp:spPr>
        <a:xfrm>
          <a:off x="0" y="785709"/>
          <a:ext cx="10515600" cy="6388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600" kern="1200"/>
            <a:t>Nola Bonačić-Dorić – frontend, dokumentacija</a:t>
          </a:r>
          <a:endParaRPr lang="en-US" sz="2600" kern="1200"/>
        </a:p>
      </dsp:txBody>
      <dsp:txXfrm>
        <a:off x="31185" y="816894"/>
        <a:ext cx="10453230" cy="576450"/>
      </dsp:txXfrm>
    </dsp:sp>
    <dsp:sp modelId="{4C192E0D-9F0C-418E-BEE2-7DFD3E37256C}">
      <dsp:nvSpPr>
        <dsp:cNvPr id="0" name=""/>
        <dsp:cNvSpPr/>
      </dsp:nvSpPr>
      <dsp:spPr>
        <a:xfrm>
          <a:off x="0" y="1499409"/>
          <a:ext cx="10515600" cy="6388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600" kern="1200"/>
            <a:t>Ognjen Škarić – backend, dokumentacija</a:t>
          </a:r>
          <a:endParaRPr lang="en-US" sz="2600" kern="1200"/>
        </a:p>
      </dsp:txBody>
      <dsp:txXfrm>
        <a:off x="31185" y="1530594"/>
        <a:ext cx="10453230" cy="576450"/>
      </dsp:txXfrm>
    </dsp:sp>
    <dsp:sp modelId="{126C0C30-612A-40AF-B82C-B6F29DCFE9FC}">
      <dsp:nvSpPr>
        <dsp:cNvPr id="0" name=""/>
        <dsp:cNvSpPr/>
      </dsp:nvSpPr>
      <dsp:spPr>
        <a:xfrm>
          <a:off x="0" y="2213109"/>
          <a:ext cx="10515600" cy="6388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600" kern="1200"/>
            <a:t>Vita Pavlović – frontend, dokumentacija</a:t>
          </a:r>
          <a:endParaRPr lang="en-US" sz="2600" kern="1200"/>
        </a:p>
      </dsp:txBody>
      <dsp:txXfrm>
        <a:off x="31185" y="2244294"/>
        <a:ext cx="10453230" cy="576450"/>
      </dsp:txXfrm>
    </dsp:sp>
    <dsp:sp modelId="{CEC587CC-C890-4B5A-A02F-5C5229B10E5F}">
      <dsp:nvSpPr>
        <dsp:cNvPr id="0" name=""/>
        <dsp:cNvSpPr/>
      </dsp:nvSpPr>
      <dsp:spPr>
        <a:xfrm>
          <a:off x="0" y="2926809"/>
          <a:ext cx="10515600" cy="6388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600" kern="1200"/>
            <a:t>Franko Pavlić – frontend, dokumentacija</a:t>
          </a:r>
          <a:endParaRPr lang="en-US" sz="2600" kern="1200"/>
        </a:p>
      </dsp:txBody>
      <dsp:txXfrm>
        <a:off x="31185" y="2957994"/>
        <a:ext cx="10453230" cy="576450"/>
      </dsp:txXfrm>
    </dsp:sp>
    <dsp:sp modelId="{7DED11D3-DFC5-43AA-968E-824E7E7E3E95}">
      <dsp:nvSpPr>
        <dsp:cNvPr id="0" name=""/>
        <dsp:cNvSpPr/>
      </dsp:nvSpPr>
      <dsp:spPr>
        <a:xfrm>
          <a:off x="0" y="3640509"/>
          <a:ext cx="10515600" cy="63882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600" kern="1200"/>
            <a:t>Nik Čolić – baza podataka, dokumentacija</a:t>
          </a:r>
          <a:endParaRPr lang="en-US" sz="2600" kern="1200"/>
        </a:p>
      </dsp:txBody>
      <dsp:txXfrm>
        <a:off x="31185" y="3671694"/>
        <a:ext cx="10453230" cy="576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F3A783-783F-4629-B553-C3870AB29272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19F628-F6A9-4AB6-981A-A24E29D3BEA5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600" kern="1200"/>
            <a:t>Web aplikacija namijenja turistima i lokalnim posjetiteljima</a:t>
          </a:r>
          <a:endParaRPr lang="en-US" sz="3600" kern="1200"/>
        </a:p>
      </dsp:txBody>
      <dsp:txXfrm>
        <a:off x="0" y="0"/>
        <a:ext cx="6900512" cy="1384035"/>
      </dsp:txXfrm>
    </dsp:sp>
    <dsp:sp modelId="{329085DE-AEE3-410A-87A6-2406DBDDF751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6C2FB8-8D71-4833-94C1-D4C4884BA74D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600" kern="1200"/>
            <a:t>Jednostavno otkrivanje i istraživanje znamenitosti</a:t>
          </a:r>
          <a:endParaRPr lang="en-US" sz="3600" kern="1200"/>
        </a:p>
      </dsp:txBody>
      <dsp:txXfrm>
        <a:off x="0" y="1384035"/>
        <a:ext cx="6900512" cy="1384035"/>
      </dsp:txXfrm>
    </dsp:sp>
    <dsp:sp modelId="{DA375C42-16FD-4709-8960-2B187A44379E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4D13C6-F53E-4609-B670-640D05C22380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600" kern="1200" dirty="0"/>
            <a:t>Informacije o lokacijama</a:t>
          </a:r>
          <a:endParaRPr lang="en-US" sz="3600" kern="1200" dirty="0"/>
        </a:p>
      </dsp:txBody>
      <dsp:txXfrm>
        <a:off x="0" y="2768070"/>
        <a:ext cx="6900512" cy="1384035"/>
      </dsp:txXfrm>
    </dsp:sp>
    <dsp:sp modelId="{4BDBC125-8CF0-4567-96A6-E9D799B88AB3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CC661-5B10-4DDD-9ECB-9D4ADEE8300B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3600" kern="1200" dirty="0"/>
            <a:t>Izi.Travel, Google Maps</a:t>
          </a:r>
          <a:endParaRPr lang="en-US" sz="3600" kern="1200" dirty="0"/>
        </a:p>
      </dsp:txBody>
      <dsp:txXfrm>
        <a:off x="0" y="4152105"/>
        <a:ext cx="6900512" cy="13840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7C2D5B-62F2-41A8-84FD-08B2EA5E28D9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8C74EE-AB02-4975-B9BF-6A4D4C6EF243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800" kern="1200"/>
            <a:t>Olakšati planiranje obilazaka</a:t>
          </a:r>
          <a:endParaRPr lang="en-US" sz="4800" kern="1200"/>
        </a:p>
      </dsp:txBody>
      <dsp:txXfrm>
        <a:off x="0" y="2703"/>
        <a:ext cx="6900512" cy="1843578"/>
      </dsp:txXfrm>
    </dsp:sp>
    <dsp:sp modelId="{401F6DEA-51FD-4110-B098-9D0CDB57B8F5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D57BA-2A27-406D-811A-F01066177AB0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800" kern="1200"/>
            <a:t>Poboljšati iskustvo razgledavanja</a:t>
          </a:r>
          <a:endParaRPr lang="en-US" sz="4800" kern="1200"/>
        </a:p>
      </dsp:txBody>
      <dsp:txXfrm>
        <a:off x="0" y="1846281"/>
        <a:ext cx="6900512" cy="1843578"/>
      </dsp:txXfrm>
    </dsp:sp>
    <dsp:sp modelId="{49C388ED-F521-465F-A52B-5550EBEC3C19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38DB0-960F-4D76-86E6-AA53529DEA11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4800" kern="1200"/>
            <a:t>Moderan, digitalan način istraživanja destinacija</a:t>
          </a:r>
          <a:endParaRPr lang="en-US" sz="4800" kern="1200"/>
        </a:p>
      </dsp:txBody>
      <dsp:txXfrm>
        <a:off x="0" y="3689859"/>
        <a:ext cx="6900512" cy="18435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1035B-EB04-4653-A941-D497EE7EA2E1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CC76B9-64D2-452B-B229-843CDFEE6A3A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Vrijeme učitavanja &lt;5 s</a:t>
          </a:r>
          <a:endParaRPr lang="en-US" sz="2700" kern="1200"/>
        </a:p>
      </dsp:txBody>
      <dsp:txXfrm>
        <a:off x="378614" y="886531"/>
        <a:ext cx="2810360" cy="1744948"/>
      </dsp:txXfrm>
    </dsp:sp>
    <dsp:sp modelId="{8BF2750F-BEF1-49C5-92CC-E06273FFB3C2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B3B485-9D87-40E5-989D-D0C8EB6496E5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Uredničke funkcije dostupne samo uredniku</a:t>
          </a:r>
          <a:endParaRPr lang="en-US" sz="2700" kern="1200"/>
        </a:p>
      </dsp:txBody>
      <dsp:txXfrm>
        <a:off x="3946203" y="886531"/>
        <a:ext cx="2810360" cy="1744948"/>
      </dsp:txXfrm>
    </dsp:sp>
    <dsp:sp modelId="{A7495029-2445-4B26-93EF-1A6BF40349DC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D6D706-AD64-4594-8265-ADCDDFFACBDE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r-HR" sz="2700" kern="1200"/>
            <a:t>Responzivno sučelje</a:t>
          </a:r>
          <a:endParaRPr lang="en-US" sz="2700" kern="1200"/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0E67C-8778-38D7-B2DC-5129E4BFF9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E8BC1-E05B-6F3D-ED39-B6D68B7AC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59B01-F6D0-53E2-1B5B-3CFEEE55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5DABB-1C2E-F2F7-8573-E47B17A89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621CF-28BE-44F4-980C-1E4368B07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842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9B48-A8D3-E21F-BF08-178BC70A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DE987-9BB3-E286-3491-EA3351C3E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E01E12-D992-BBF1-9144-3CE032F4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23D6E-E7D2-A9C0-D312-5A931849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F7F33-AA57-EC25-C194-23AC42D7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1846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875A-0E74-6610-6D84-46DF62C4D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C9064-3223-99CA-4C76-45E88FFA9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B5452-CDE3-2A13-BA82-DE63BF126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4CBE-A0C6-A871-AE2D-64042D4F5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C40D7-1FF8-2864-D8AC-E11F876A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7565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B0224-952C-6254-E09A-E9E01487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62CE5-0A70-D986-61ED-2F1F3A0C0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D880D-C045-FB36-D9CB-DEDF18D71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998BF-4277-0A85-D0A5-2E45C97F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27A57B-E677-082A-4557-D60804724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402A3-4AAC-4EFF-4D7A-8206D73B9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25834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101F9-6DE4-7830-8FA5-8731AE69D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14A646-2080-85F0-C5BD-E8ADFBEEB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6F4D45-B039-67F2-D2A5-344C764CC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6F014-202E-ABAA-2131-8C1CBC0BA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4080C-E0C2-5ED7-CACF-6F88EAE9F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D3067B-3B17-A231-917F-4C8F4DF1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DBBD1-07B0-95E6-FF74-01B8DC2C4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48ED8-0682-7E21-8C3C-82A9A700A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90082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5C678-EDE1-0731-43D7-392DBAB41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580F0-D2D6-7E63-BB46-9448973E4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1BC058-C899-DBFC-DEF5-D750E461C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F6516-4CE5-5DB5-CBDC-171479C2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53003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064628-450F-886D-D0FC-B5FEA957D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16560A-0060-283F-00AE-0E41A5EB6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F0A123-334E-0102-C599-813A6A44D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41796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3137-2BA1-D686-D49D-814048CC7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9D9A0-BFDC-1B65-B55D-7FFA66776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588873-883F-D40D-4A8E-C449FC90B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BEB117-DF39-82E2-FEC1-D9C95B24C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9992D-A4EC-5C3E-56E9-8516240E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A6FD2-2A81-C126-99C1-5BD9272F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6181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880BF-427C-804A-EE40-0CE14AD3B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44483-7C01-CFFF-89F7-DB64204301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9A1407-7FDF-C363-7CD7-CD1B7F3FA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15529-4DA9-1D08-4B06-3FE2CAB68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25BD06-558C-03CE-AFFF-988C2F8A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E40DA-8F1F-1D24-1BB6-D7D44C1E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93854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95CDF-0237-8DF1-3571-22D5F4F60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1CF1C9-598B-24C5-8067-AEC9B71147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713BE-4E89-73A3-00A3-AE5C2B738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7235E-DB45-7177-D5B4-C8B8FE61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A290A-68E9-C380-C0D1-B5FEFB24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1780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D23900-A762-5AB9-4F29-F15721D0F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FDF08-9DA3-379D-2C71-E9362206B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432FD-3C05-3F08-0A9E-84D200ED0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D32643-F28A-92B5-38B4-EE532C90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AE9C6-0B43-FBC8-1BF9-500328556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29188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ED0599-100E-EF04-2806-6CCD2082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6570B-222C-4A62-C05D-47AA016CB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99E70-8E1A-2213-FC31-C5BE08DD5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FCC04-5E22-48EE-BE3E-96167691541A}" type="datetimeFigureOut">
              <a:rPr lang="hr-HR" smtClean="0"/>
              <a:t>23.01.2026.</a:t>
            </a:fld>
            <a:endParaRPr lang="hr-H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FD218-068D-4484-E427-E958F3A8D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14321-BD8C-38C1-56A4-3EFF68E31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E40E90-F6A2-4D72-A785-6DFAE564F0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69474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loudmatetechnologies.com/demystifying-reactjs-a-beginners-guide/" TargetMode="External"/><Relationship Id="rId2" Type="http://schemas.openxmlformats.org/officeDocument/2006/relationships/hyperlink" Target="https://www.tridevitsolution.com/nod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FC431-7CE7-990F-1F47-816EE6C7B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hr-HR" sz="4600"/>
              <a:t>TRAVELMATES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017859-3E43-B61B-C8B5-8AC835BD7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hr-HR" dirty="0"/>
              <a:t>Tim: 11.3</a:t>
            </a:r>
          </a:p>
          <a:p>
            <a:pPr algn="l"/>
            <a:r>
              <a:rPr lang="hr-HR" dirty="0"/>
              <a:t>Ak. God. 2025./2026.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65742-762A-1D53-0CC5-07C655C9C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1116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CE0D0C-677A-0279-B270-364D30DA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hr-HR" sz="4800"/>
              <a:t>SADRŽAJ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54695-F67A-6FBD-2BD5-C897C573D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hr-HR" sz="1900" dirty="0"/>
              <a:t>Članovi tima</a:t>
            </a:r>
          </a:p>
          <a:p>
            <a:r>
              <a:rPr lang="hr-HR" sz="1900" dirty="0"/>
              <a:t>Opis zadatka</a:t>
            </a:r>
          </a:p>
          <a:p>
            <a:r>
              <a:rPr lang="hr-HR" sz="1900" dirty="0"/>
              <a:t>Cilj projekta</a:t>
            </a:r>
          </a:p>
          <a:p>
            <a:r>
              <a:rPr lang="hr-HR" sz="1900" dirty="0"/>
              <a:t>Pregled zahtjeva</a:t>
            </a:r>
          </a:p>
          <a:p>
            <a:r>
              <a:rPr lang="hr-HR" sz="1900" dirty="0"/>
              <a:t>Arhitektura</a:t>
            </a:r>
          </a:p>
          <a:p>
            <a:r>
              <a:rPr lang="hr-HR" sz="1900" dirty="0"/>
              <a:t>Korišteni alati i tehnologije</a:t>
            </a:r>
          </a:p>
          <a:p>
            <a:r>
              <a:rPr lang="hr-HR" sz="1900" dirty="0"/>
              <a:t>Organizacija rada</a:t>
            </a:r>
          </a:p>
          <a:p>
            <a:r>
              <a:rPr lang="hr-HR" sz="1900" dirty="0"/>
              <a:t>Zaključak</a:t>
            </a:r>
          </a:p>
          <a:p>
            <a:endParaRPr lang="hr-HR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15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BB3705-2CEE-8806-1138-ADEB24C131D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053" r="6917" b="950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A6C33-28C9-3A91-D537-3ED7CC933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r-HR" dirty="0"/>
              <a:t>ČLANOVI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8E2091B-69AA-4A41-F48E-E2C9C81793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09525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3064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77B4F-AC40-86CB-813A-6A94A17B7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hr-HR" sz="5400"/>
              <a:t>OPIS PROJEKTA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AB3801-5CAF-9A57-67DA-F6965CC532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282105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2019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4AAE31-FBD1-6C46-B6E5-7DA04545F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hr-HR" sz="5400"/>
              <a:t>CILJ PROJEKTA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BF90DA-37CB-B896-DFA3-5F220DFDC9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02494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03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82956-D297-8B7E-C277-8F15EDB7A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910488" cy="1956841"/>
          </a:xfrm>
        </p:spPr>
        <p:txBody>
          <a:bodyPr anchor="b">
            <a:normAutofit/>
          </a:bodyPr>
          <a:lstStyle/>
          <a:p>
            <a:r>
              <a:rPr lang="hr-HR" sz="5400" dirty="0"/>
              <a:t>FUNKCIONALNI ZAHTJEVI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4C0CC-E341-9CFB-A37F-982D5F522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hr-HR" sz="1900" dirty="0"/>
              <a:t>Registracija i prijava putem vanjske autentifikacije</a:t>
            </a:r>
          </a:p>
          <a:p>
            <a:pPr lvl="1"/>
            <a:r>
              <a:rPr lang="hr-HR" sz="1900" dirty="0"/>
              <a:t>OAuth</a:t>
            </a:r>
          </a:p>
          <a:p>
            <a:r>
              <a:rPr lang="hr-HR" sz="1900" dirty="0"/>
              <a:t>Prikazivanje znamenitosti na korisniku bliskoj lokaciji</a:t>
            </a:r>
          </a:p>
          <a:p>
            <a:pPr lvl="1"/>
            <a:r>
              <a:rPr lang="hr-HR" sz="1900" dirty="0"/>
              <a:t>Google Maps API</a:t>
            </a:r>
          </a:p>
          <a:p>
            <a:r>
              <a:rPr lang="hr-HR" sz="1900" dirty="0"/>
              <a:t>Spremanje lokacija u favorite</a:t>
            </a:r>
          </a:p>
          <a:p>
            <a:r>
              <a:rPr lang="hr-HR" sz="1900" dirty="0"/>
              <a:t>Opis i pretvaranje opisa znamenitosti u audio</a:t>
            </a:r>
          </a:p>
          <a:p>
            <a:pPr lvl="1"/>
            <a:r>
              <a:rPr lang="hr-HR" sz="1900" dirty="0"/>
              <a:t>Text-to-Speech API</a:t>
            </a:r>
          </a:p>
          <a:p>
            <a:pPr marL="0" indent="0">
              <a:buNone/>
            </a:pPr>
            <a:endParaRPr lang="hr-HR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1D1D6-D14D-0490-F5A2-25CECC9E60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14" r="3147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79646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A7445-2AB7-50A7-2A4F-641AF88B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hr-HR" sz="4800"/>
              <a:t>NEFUNKCIONALNI ZAHTJEVI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3FAA07-C78A-1D37-E55A-4FF56D0B2A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7143119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302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B9ACA0-979B-855A-22B5-6AC32CF2A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hr-HR" sz="3300"/>
              <a:t>UML DIJAGRAM OBRASCA UPORABE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5A62-C378-2267-DC07-983B441CB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hr-HR" sz="1800"/>
              <a:t>User</a:t>
            </a:r>
          </a:p>
          <a:p>
            <a:pPr lvl="1"/>
            <a:r>
              <a:rPr lang="hr-HR" sz="1800"/>
              <a:t>Pregled znamenitosti</a:t>
            </a:r>
          </a:p>
          <a:p>
            <a:r>
              <a:rPr lang="hr-HR" sz="1800"/>
              <a:t>Editor</a:t>
            </a:r>
          </a:p>
          <a:p>
            <a:pPr lvl="1"/>
            <a:r>
              <a:rPr lang="hr-HR" sz="1800"/>
              <a:t>Dodavanje i uređivanje znamenitosti</a:t>
            </a:r>
          </a:p>
          <a:p>
            <a:r>
              <a:rPr lang="hr-HR" sz="1800"/>
              <a:t>Admin</a:t>
            </a:r>
          </a:p>
          <a:p>
            <a:pPr lvl="1"/>
            <a:r>
              <a:rPr lang="hr-HR" sz="1800"/>
              <a:t>Upravljanje korisnicima i sustavom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image">
            <a:extLst>
              <a:ext uri="{FF2B5EF4-FFF2-40B4-BE49-F238E27FC236}">
                <a16:creationId xmlns:a16="http://schemas.microsoft.com/office/drawing/2014/main" id="{393EB1E5-EE5B-13C6-6BF5-A1CAE577D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470" y="841905"/>
            <a:ext cx="4175096" cy="231717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2AA72-1AA5-FE30-E16A-5F1A2569E3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066" y="3807301"/>
            <a:ext cx="4305905" cy="2109893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474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922F19F4-FE70-43DC-856F-2CE5F521D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Rectangle 103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Rectangle 103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EDCD9-A99F-B7DB-1AE1-5670E4964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hr-HR" sz="3600"/>
              <a:t>ARHITEKTURA SUSTAVA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2C1D6-B807-4E9F-A08B-06B9D76D1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r>
              <a:rPr lang="hr-HR" sz="1800"/>
              <a:t>Razdvojeni frontend i backend</a:t>
            </a:r>
          </a:p>
          <a:p>
            <a:r>
              <a:rPr lang="hr-HR" sz="1800"/>
              <a:t>Klijent-poslužiteljska arhitektura</a:t>
            </a:r>
          </a:p>
          <a:p>
            <a:pPr lvl="1"/>
            <a:r>
              <a:rPr lang="hr-HR" sz="1800"/>
              <a:t>Integrirani RESTful API komunikacijski sloj</a:t>
            </a: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395ECC94-3D5E-46A7-A7A1-DE807E156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658367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DD7B6E8D-0A1A-507E-9EE7-7E5DC142F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3809" y="841905"/>
            <a:ext cx="2560418" cy="2317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Rectangle 1043">
            <a:extLst>
              <a:ext uri="{FF2B5EF4-FFF2-40B4-BE49-F238E27FC236}">
                <a16:creationId xmlns:a16="http://schemas.microsoft.com/office/drawing/2014/main" id="{7E549738-9961-462D-81B7-4A7A446911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34418" y="3530966"/>
            <a:ext cx="4719382" cy="26791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0264B777-B6E2-1F0F-5AC7-DFED66F58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41066" y="3909566"/>
            <a:ext cx="4305905" cy="1905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6" name="Straight Connector 104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2601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BE6B9-C355-CFFA-0CBD-BCF7CA6CC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hr-HR" sz="4000"/>
              <a:t>ISPITIVANJE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7F299-5188-9D45-B1F5-F7B3A9D4B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hr-HR" sz="2000" dirty="0"/>
              <a:t>Test Runner: Vitest</a:t>
            </a:r>
          </a:p>
          <a:p>
            <a:r>
              <a:rPr lang="hr-HR" sz="2000" dirty="0"/>
              <a:t>HTTP Testing: Supertest</a:t>
            </a:r>
          </a:p>
          <a:p>
            <a:r>
              <a:rPr lang="hr-HR" sz="2000" dirty="0"/>
              <a:t>Test upravljanja atrakcijama</a:t>
            </a:r>
          </a:p>
          <a:p>
            <a:r>
              <a:rPr lang="hr-HR" sz="2000" dirty="0"/>
              <a:t>Testovi funkcionalnosti</a:t>
            </a:r>
          </a:p>
          <a:p>
            <a:pPr lvl="1"/>
            <a:r>
              <a:rPr lang="hr-HR" sz="2000" dirty="0"/>
              <a:t>6</a:t>
            </a:r>
            <a:r>
              <a:rPr lang="hr-HR" sz="2000"/>
              <a:t> </a:t>
            </a:r>
            <a:r>
              <a:rPr lang="hr-HR" sz="2000" dirty="0"/>
              <a:t>testova</a:t>
            </a:r>
          </a:p>
          <a:p>
            <a:r>
              <a:rPr lang="hr-HR" sz="2000" dirty="0"/>
              <a:t>Ispitivanje sustava</a:t>
            </a:r>
          </a:p>
          <a:p>
            <a:pPr lvl="1"/>
            <a:r>
              <a:rPr lang="hr-HR" sz="2000" dirty="0"/>
              <a:t>5 testova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0DABD-E18B-DD24-63F9-C41C0063F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528" y="3033764"/>
            <a:ext cx="4113422" cy="25811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31D354-2AD8-0456-5D64-1DB501B4B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187" y="2228299"/>
            <a:ext cx="4389120" cy="559612"/>
          </a:xfrm>
          <a:prstGeom prst="rect">
            <a:avLst/>
          </a:prstGeom>
        </p:spPr>
      </p:pic>
      <p:sp>
        <p:nvSpPr>
          <p:cNvPr id="4" name="AutoShape 2" descr="3_test_zabrana_admina">
            <a:extLst>
              <a:ext uri="{FF2B5EF4-FFF2-40B4-BE49-F238E27FC236}">
                <a16:creationId xmlns:a16="http://schemas.microsoft.com/office/drawing/2014/main" id="{619311FC-63F9-4E66-7E10-48E3560E15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32874" cy="332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88906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8" name="Rectangle 1047">
            <a:extLst>
              <a:ext uri="{FF2B5EF4-FFF2-40B4-BE49-F238E27FC236}">
                <a16:creationId xmlns:a16="http://schemas.microsoft.com/office/drawing/2014/main" id="{959C6B72-F8E6-4281-8F3E-93FC0DC98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85C5F-5FB5-362F-61EC-AC270EA69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65125"/>
            <a:ext cx="5295015" cy="2063808"/>
          </a:xfrm>
        </p:spPr>
        <p:txBody>
          <a:bodyPr anchor="b">
            <a:normAutofit/>
          </a:bodyPr>
          <a:lstStyle/>
          <a:p>
            <a:r>
              <a:rPr lang="hr-HR" sz="5400"/>
              <a:t>KORIŠTENE TEHNOLOGIJE</a:t>
            </a:r>
          </a:p>
        </p:txBody>
      </p:sp>
      <p:pic>
        <p:nvPicPr>
          <p:cNvPr id="1028" name="Picture 4" descr="Hire Node.js Developer | Tridev IT Solution Pvt. Ltd">
            <a:extLst>
              <a:ext uri="{FF2B5EF4-FFF2-40B4-BE49-F238E27FC236}">
                <a16:creationId xmlns:a16="http://schemas.microsoft.com/office/drawing/2014/main" id="{E6A1AC73-CCBE-C122-F14F-76BBD72AB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0" r="2" b="2"/>
          <a:stretch>
            <a:fillRect/>
          </a:stretch>
        </p:blipFill>
        <p:spPr bwMode="auto">
          <a:xfrm>
            <a:off x="6644126" y="365125"/>
            <a:ext cx="2318117" cy="219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emystifying ReactJS: A Beginner's Guide - Cloudmate Technologies">
            <a:extLst>
              <a:ext uri="{FF2B5EF4-FFF2-40B4-BE49-F238E27FC236}">
                <a16:creationId xmlns:a16="http://schemas.microsoft.com/office/drawing/2014/main" id="{B7BD1242-106A-21DD-95D6-C0F100819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80" r="12133" b="-1"/>
          <a:stretch>
            <a:fillRect/>
          </a:stretch>
        </p:blipFill>
        <p:spPr bwMode="auto">
          <a:xfrm>
            <a:off x="9287394" y="532368"/>
            <a:ext cx="2540538" cy="1860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sketch line">
            <a:extLst>
              <a:ext uri="{FF2B5EF4-FFF2-40B4-BE49-F238E27FC236}">
                <a16:creationId xmlns:a16="http://schemas.microsoft.com/office/drawing/2014/main" id="{490234EE-E0D8-4805-9227-CCEAC6016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6EF66-EC68-5058-BEC7-D74BB3B20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9" y="2908005"/>
            <a:ext cx="2483478" cy="3268957"/>
          </a:xfrm>
        </p:spPr>
        <p:txBody>
          <a:bodyPr>
            <a:normAutofit fontScale="92500" lnSpcReduction="10000"/>
          </a:bodyPr>
          <a:lstStyle/>
          <a:p>
            <a:r>
              <a:rPr lang="hr-HR" sz="2200" dirty="0"/>
              <a:t>Frontend</a:t>
            </a:r>
          </a:p>
          <a:p>
            <a:pPr lvl="1"/>
            <a:r>
              <a:rPr lang="hr-HR" sz="1800" dirty="0"/>
              <a:t>React</a:t>
            </a:r>
          </a:p>
          <a:p>
            <a:pPr lvl="1"/>
            <a:r>
              <a:rPr lang="hr-HR" sz="1800" dirty="0"/>
              <a:t>React Router</a:t>
            </a:r>
          </a:p>
          <a:p>
            <a:pPr lvl="1"/>
            <a:r>
              <a:rPr lang="hr-HR" sz="1800" dirty="0"/>
              <a:t>Axios</a:t>
            </a:r>
          </a:p>
          <a:p>
            <a:pPr lvl="1"/>
            <a:r>
              <a:rPr lang="hr-HR" sz="1800" dirty="0"/>
              <a:t>Vite</a:t>
            </a:r>
          </a:p>
          <a:p>
            <a:r>
              <a:rPr lang="hr-HR" sz="2200" dirty="0"/>
              <a:t>Backend</a:t>
            </a:r>
          </a:p>
          <a:p>
            <a:pPr lvl="1"/>
            <a:r>
              <a:rPr lang="hr-HR" sz="1800" dirty="0"/>
              <a:t>Node.js</a:t>
            </a:r>
          </a:p>
          <a:p>
            <a:pPr lvl="1"/>
            <a:r>
              <a:rPr lang="hr-HR" sz="1800" dirty="0"/>
              <a:t>Express</a:t>
            </a:r>
          </a:p>
          <a:p>
            <a:pPr lvl="1"/>
            <a:r>
              <a:rPr lang="hr-HR" sz="1800" dirty="0"/>
              <a:t>Passport.js i JWT</a:t>
            </a:r>
          </a:p>
          <a:p>
            <a:pPr lvl="1"/>
            <a:r>
              <a:rPr lang="hr-HR" sz="1800" dirty="0"/>
              <a:t>bcrypt</a:t>
            </a:r>
          </a:p>
          <a:p>
            <a:pPr lvl="1"/>
            <a:r>
              <a:rPr lang="hr-HR" sz="1800" dirty="0"/>
              <a:t>pg</a:t>
            </a:r>
          </a:p>
        </p:txBody>
      </p:sp>
      <p:pic>
        <p:nvPicPr>
          <p:cNvPr id="1030" name="Picture 6" descr="PostgreSQL Isn't Just a Database Anymore — It's a Platform | by Abhinav |  Medium">
            <a:extLst>
              <a:ext uri="{FF2B5EF4-FFF2-40B4-BE49-F238E27FC236}">
                <a16:creationId xmlns:a16="http://schemas.microsoft.com/office/drawing/2014/main" id="{4E0E15BC-8C9B-D876-6595-06786DBD9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82" r="13365" b="2"/>
          <a:stretch>
            <a:fillRect/>
          </a:stretch>
        </p:blipFill>
        <p:spPr bwMode="auto">
          <a:xfrm>
            <a:off x="7976531" y="2633810"/>
            <a:ext cx="3602820" cy="3410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399995A-14EB-35BD-EB1F-9510BC8AF6CD}"/>
              </a:ext>
            </a:extLst>
          </p:cNvPr>
          <p:cNvSpPr txBox="1"/>
          <p:nvPr/>
        </p:nvSpPr>
        <p:spPr>
          <a:xfrm>
            <a:off x="3096127" y="2908005"/>
            <a:ext cx="3866147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Baza podataka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sz="1700" dirty="0"/>
              <a:t>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Razvojni alati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sz="1700" dirty="0"/>
              <a:t>VSC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sz="1700" dirty="0"/>
              <a:t>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Alati za ispitavnje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Alati za razmještaj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sz="1700" dirty="0"/>
              <a:t>Docker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r-HR" sz="2000" dirty="0"/>
              <a:t>Cloud platforma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r-HR" sz="1700" dirty="0"/>
              <a:t>Render </a:t>
            </a:r>
          </a:p>
        </p:txBody>
      </p:sp>
    </p:spTree>
    <p:extLst>
      <p:ext uri="{BB962C8B-B14F-4D97-AF65-F5344CB8AC3E}">
        <p14:creationId xmlns:p14="http://schemas.microsoft.com/office/powerpoint/2010/main" val="10867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67897-A7A7-0D0C-E573-08801432F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hr-HR" sz="4800"/>
              <a:t>ORGANIZACIJA RADA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67D86-03E8-AF1D-9B07-181D11F2A1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hr-HR" sz="2000"/>
              <a:t>Tjedni sastanci</a:t>
            </a:r>
          </a:p>
          <a:p>
            <a:r>
              <a:rPr lang="hr-HR" sz="2000"/>
              <a:t>Komunikacija</a:t>
            </a:r>
          </a:p>
          <a:p>
            <a:pPr lvl="1"/>
            <a:r>
              <a:rPr lang="hr-HR" sz="2000"/>
              <a:t>WhatsApp</a:t>
            </a:r>
          </a:p>
          <a:p>
            <a:pPr lvl="1"/>
            <a:r>
              <a:rPr lang="hr-HR" sz="2000"/>
              <a:t>Discord</a:t>
            </a:r>
          </a:p>
          <a:p>
            <a:endParaRPr lang="hr-HR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13A8D7-DA33-8EA1-1997-EEDA06DA7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664" y="3128476"/>
            <a:ext cx="6618146" cy="19854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25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45BF6D-AB0E-7125-427B-63FA75AB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r-HR" sz="5000" kern="1200">
                <a:latin typeface="+mj-lt"/>
                <a:ea typeface="+mj-ea"/>
                <a:cs typeface="+mj-cs"/>
              </a:rPr>
              <a:t>TABLICA RAŠČLAMBE ZADATAKA</a:t>
            </a:r>
            <a:endParaRPr lang="en-US" sz="5000" kern="1200">
              <a:latin typeface="+mj-lt"/>
              <a:ea typeface="+mj-ea"/>
              <a:cs typeface="+mj-cs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7C1CECD-CA48-A96F-1388-7552DDD04F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3920244"/>
              </p:ext>
            </p:extLst>
          </p:nvPr>
        </p:nvGraphicFramePr>
        <p:xfrm>
          <a:off x="2015632" y="2598710"/>
          <a:ext cx="7658738" cy="3438150"/>
        </p:xfrm>
        <a:graphic>
          <a:graphicData uri="http://schemas.openxmlformats.org/drawingml/2006/table">
            <a:tbl>
              <a:tblPr firstRow="1" bandRow="1"/>
              <a:tblGrid>
                <a:gridCol w="2159244">
                  <a:extLst>
                    <a:ext uri="{9D8B030D-6E8A-4147-A177-3AD203B41FA5}">
                      <a16:colId xmlns:a16="http://schemas.microsoft.com/office/drawing/2014/main" val="2791165799"/>
                    </a:ext>
                  </a:extLst>
                </a:gridCol>
                <a:gridCol w="984717">
                  <a:extLst>
                    <a:ext uri="{9D8B030D-6E8A-4147-A177-3AD203B41FA5}">
                      <a16:colId xmlns:a16="http://schemas.microsoft.com/office/drawing/2014/main" val="2388163499"/>
                    </a:ext>
                  </a:extLst>
                </a:gridCol>
                <a:gridCol w="885660">
                  <a:extLst>
                    <a:ext uri="{9D8B030D-6E8A-4147-A177-3AD203B41FA5}">
                      <a16:colId xmlns:a16="http://schemas.microsoft.com/office/drawing/2014/main" val="3146804185"/>
                    </a:ext>
                  </a:extLst>
                </a:gridCol>
                <a:gridCol w="648239">
                  <a:extLst>
                    <a:ext uri="{9D8B030D-6E8A-4147-A177-3AD203B41FA5}">
                      <a16:colId xmlns:a16="http://schemas.microsoft.com/office/drawing/2014/main" val="2141117003"/>
                    </a:ext>
                  </a:extLst>
                </a:gridCol>
                <a:gridCol w="1222137">
                  <a:extLst>
                    <a:ext uri="{9D8B030D-6E8A-4147-A177-3AD203B41FA5}">
                      <a16:colId xmlns:a16="http://schemas.microsoft.com/office/drawing/2014/main" val="840090617"/>
                    </a:ext>
                  </a:extLst>
                </a:gridCol>
                <a:gridCol w="847924">
                  <a:extLst>
                    <a:ext uri="{9D8B030D-6E8A-4147-A177-3AD203B41FA5}">
                      <a16:colId xmlns:a16="http://schemas.microsoft.com/office/drawing/2014/main" val="370702838"/>
                    </a:ext>
                  </a:extLst>
                </a:gridCol>
                <a:gridCol w="910817">
                  <a:extLst>
                    <a:ext uri="{9D8B030D-6E8A-4147-A177-3AD203B41FA5}">
                      <a16:colId xmlns:a16="http://schemas.microsoft.com/office/drawing/2014/main" val="3902320843"/>
                    </a:ext>
                  </a:extLst>
                </a:gridCol>
              </a:tblGrid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Aktivnost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Kristijan Orešić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Franko Pavlić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Nik Čolić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Nola Bonačić-Dorić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Vita Pavlović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Ognjen Škarić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393213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Upravljanje projektom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92571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Opis projektnog zadatka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963336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Funkcionalni zahtjevi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4538710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Opis pojedinih obrazaca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224200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Dijagram obrazaca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760842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Sekvencijski dijagrami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4243000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Opis ostalih zahtjeva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144465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Arhitektura i dizajn sustava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193370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Opis baza podataka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10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075884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Dijagram razreda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82114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Dijagram stanja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2817926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Dijagram aktivnosti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70189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Dijagram komponenti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737214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Korištene tehnologije i alati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215607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Ispitivanje programskog rješenja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10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10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10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005748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Dijagram razmještaja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9456456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700"/>
                        <a:t>Upute za puštanje u pogon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520858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Dnevnik sastajanja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783674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Zaključak i budući rad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6080189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Implementacija baze podataka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15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977135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Implementacija poslužiteljske strane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60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45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10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603745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Dizajniranje korisničkog sučelja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10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69709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Implementacija klijentske strane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30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5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10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498805"/>
                  </a:ext>
                </a:extLst>
              </a:tr>
              <a:tr h="1375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Puštanje u pogon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hr-HR" sz="700"/>
                        <a:t>20</a:t>
                      </a:r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hr-HR" sz="700" dirty="0"/>
                    </a:p>
                  </a:txBody>
                  <a:tcPr marL="13204" marR="13204" marT="6602" marB="660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49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743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DE375F-D872-791A-2414-18F851B0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hr-HR" sz="5400"/>
              <a:t>ZAKLJUČAK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080CA-1C46-C199-15C2-9597F86A7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hr-HR" sz="2000" dirty="0"/>
              <a:t>Stečena znanja</a:t>
            </a:r>
          </a:p>
          <a:p>
            <a:pPr lvl="1"/>
            <a:r>
              <a:rPr lang="hr-HR" sz="2000" dirty="0"/>
              <a:t>Razvoj vještina rada u timu</a:t>
            </a:r>
          </a:p>
          <a:p>
            <a:pPr lvl="1"/>
            <a:r>
              <a:rPr lang="hr-HR" sz="2000" dirty="0"/>
              <a:t>Unapređenje tehničkih vještina</a:t>
            </a:r>
          </a:p>
          <a:p>
            <a:r>
              <a:rPr lang="hr-HR" sz="2000" dirty="0"/>
              <a:t>Tehnički izazovi</a:t>
            </a:r>
          </a:p>
          <a:p>
            <a:r>
              <a:rPr lang="hr-HR" sz="2000" dirty="0"/>
              <a:t>Mogućnosti daljnjeg razvoja</a:t>
            </a:r>
          </a:p>
          <a:p>
            <a:pPr lvl="1"/>
            <a:r>
              <a:rPr lang="hr-HR" sz="2000" dirty="0"/>
              <a:t>Napredni filteri i preporuke znamenitosti</a:t>
            </a:r>
          </a:p>
          <a:p>
            <a:pPr lvl="1"/>
            <a:r>
              <a:rPr lang="hr-HR" sz="2000" dirty="0"/>
              <a:t>Sustav ocjenjivanja</a:t>
            </a:r>
          </a:p>
          <a:p>
            <a:r>
              <a:rPr lang="hr-HR" sz="2000" dirty="0"/>
              <a:t>Uspješno realiziran projekt</a:t>
            </a:r>
          </a:p>
          <a:p>
            <a:r>
              <a:rPr lang="hr-HR" sz="2000" dirty="0"/>
              <a:t>Stabilna i proširiva aplikacija</a:t>
            </a:r>
          </a:p>
          <a:p>
            <a:endParaRPr lang="hr-HR" sz="2000" dirty="0"/>
          </a:p>
        </p:txBody>
      </p:sp>
    </p:spTree>
    <p:extLst>
      <p:ext uri="{BB962C8B-B14F-4D97-AF65-F5344CB8AC3E}">
        <p14:creationId xmlns:p14="http://schemas.microsoft.com/office/powerpoint/2010/main" val="1914198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85B5E3-4B9D-95BB-C6A6-AF4E97A06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hr-HR" sz="4000"/>
              <a:t>HVALA NA PAŽNJI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01A8D-D1C3-377C-EC55-127ABD578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hr-HR" sz="2000" dirty="0"/>
              <a:t>Literatura</a:t>
            </a:r>
          </a:p>
          <a:p>
            <a:pPr lvl="1"/>
            <a:r>
              <a:rPr lang="hr-HR" sz="2000" dirty="0">
                <a:hlinkClick r:id="rId2"/>
              </a:rPr>
              <a:t>https://www.tridevitsolution.com/node</a:t>
            </a:r>
            <a:endParaRPr lang="hr-HR" sz="2000" dirty="0"/>
          </a:p>
          <a:p>
            <a:pPr lvl="1"/>
            <a:r>
              <a:rPr lang="hr-HR" sz="2000" dirty="0">
                <a:hlinkClick r:id="rId3"/>
              </a:rPr>
              <a:t>https://www.cloudmatetechnologies.com/demystifying-reactjs-a-beginners-guide/</a:t>
            </a:r>
            <a:endParaRPr lang="hr-HR" sz="2000" dirty="0"/>
          </a:p>
          <a:p>
            <a:pPr lvl="1"/>
            <a:r>
              <a:rPr lang="hr-HR" sz="2000" dirty="0"/>
              <a:t>https://www.logicmonitor.com/integrations/postgresql</a:t>
            </a:r>
          </a:p>
          <a:p>
            <a:pPr lvl="1"/>
            <a:endParaRPr lang="hr-HR" sz="2000" dirty="0"/>
          </a:p>
        </p:txBody>
      </p:sp>
    </p:spTree>
    <p:extLst>
      <p:ext uri="{BB962C8B-B14F-4D97-AF65-F5344CB8AC3E}">
        <p14:creationId xmlns:p14="http://schemas.microsoft.com/office/powerpoint/2010/main" val="158865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437</Words>
  <Application>Microsoft Office PowerPoint</Application>
  <PresentationFormat>Široki zaslon</PresentationFormat>
  <Paragraphs>178</Paragraphs>
  <Slides>15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TRAVELMATES</vt:lpstr>
      <vt:lpstr>SADRŽAJ</vt:lpstr>
      <vt:lpstr>ČLANOVI</vt:lpstr>
      <vt:lpstr>OPIS PROJEKTA</vt:lpstr>
      <vt:lpstr>CILJ PROJEKTA</vt:lpstr>
      <vt:lpstr>FUNKCIONALNI ZAHTJEVI</vt:lpstr>
      <vt:lpstr>NEFUNKCIONALNI ZAHTJEVI</vt:lpstr>
      <vt:lpstr>UML DIJAGRAM OBRASCA UPORABE</vt:lpstr>
      <vt:lpstr>ARHITEKTURA SUSTAVA</vt:lpstr>
      <vt:lpstr>ISPITIVANJE</vt:lpstr>
      <vt:lpstr>KORIŠTENE TEHNOLOGIJE</vt:lpstr>
      <vt:lpstr>ORGANIZACIJA RADA</vt:lpstr>
      <vt:lpstr>TABLICA RAŠČLAMBE ZADATAKA</vt:lpstr>
      <vt:lpstr>ZAKLJUČAK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Ognjen Škarić</dc:creator>
  <cp:lastModifiedBy>Kristijan Orešić</cp:lastModifiedBy>
  <cp:revision>4</cp:revision>
  <dcterms:created xsi:type="dcterms:W3CDTF">2026-01-23T12:39:52Z</dcterms:created>
  <dcterms:modified xsi:type="dcterms:W3CDTF">2026-01-23T21:03:51Z</dcterms:modified>
</cp:coreProperties>
</file>